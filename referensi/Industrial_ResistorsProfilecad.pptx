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8" r:id="rId1"/>
  </p:sldMasterIdLst>
  <p:sldIdLst>
    <p:sldId id="256" r:id="rId2"/>
    <p:sldId id="257" r:id="rId3"/>
    <p:sldId id="262" r:id="rId4"/>
    <p:sldId id="258" r:id="rId5"/>
    <p:sldId id="259" r:id="rId6"/>
    <p:sldId id="261" r:id="rId7"/>
    <p:sldId id="260" r:id="rId8"/>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3" autoAdjust="0"/>
    <p:restoredTop sz="94687"/>
  </p:normalViewPr>
  <p:slideViewPr>
    <p:cSldViewPr snapToGrid="0" showGuides="1">
      <p:cViewPr varScale="1">
        <p:scale>
          <a:sx n="59" d="100"/>
          <a:sy n="59" d="100"/>
        </p:scale>
        <p:origin x="1384" y="52"/>
      </p:cViewPr>
      <p:guideLst>
        <p:guide orient="horz" pos="2160"/>
        <p:guide pos="31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Lst>
          </p:cNvPr>
          <p:cNvSpPr/>
          <p:nvPr/>
        </p:nvSpPr>
        <p:spPr>
          <a:xfrm>
            <a:off x="0" y="0"/>
            <a:ext cx="9906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a:extLst>
              <a:ext uri="{FF2B5EF4-FFF2-40B4-BE49-F238E27FC236}">
                <a16:creationId xmlns:a16="http://schemas.microsoft.com/office/drawing/2014/main" id="{AFA13483-A24C-97DB-1FAB-B1EE383D6793}"/>
              </a:ext>
            </a:extLst>
          </p:cNvPr>
          <p:cNvSpPr/>
          <p:nvPr/>
        </p:nvSpPr>
        <p:spPr>
          <a:xfrm>
            <a:off x="4117182" y="-429"/>
            <a:ext cx="5803677" cy="6857571"/>
          </a:xfrm>
          <a:prstGeom prst="rect">
            <a:avLst/>
          </a:prstGeom>
          <a:gradFill>
            <a:gsLst>
              <a:gs pos="0">
                <a:srgbClr val="FF411C"/>
              </a:gs>
              <a:gs pos="100000">
                <a:srgbClr val="92248E"/>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3" name="Rectangle 12">
            <a:extLst>
              <a:ext uri="{FF2B5EF4-FFF2-40B4-BE49-F238E27FC236}">
                <a16:creationId xmlns:a16="http://schemas.microsoft.com/office/drawing/2014/main" id="{30CBF15A-228E-7325-6D7D-982EA5375DC4}"/>
              </a:ext>
            </a:extLst>
          </p:cNvPr>
          <p:cNvSpPr/>
          <p:nvPr/>
        </p:nvSpPr>
        <p:spPr>
          <a:xfrm>
            <a:off x="4117182" y="0"/>
            <a:ext cx="5816151" cy="6858000"/>
          </a:xfrm>
          <a:prstGeom prst="rect">
            <a:avLst/>
          </a:prstGeom>
          <a:gradFill>
            <a:gsLst>
              <a:gs pos="27000">
                <a:srgbClr val="DA002F">
                  <a:alpha val="6000"/>
                </a:srgbClr>
              </a:gs>
              <a:gs pos="98000">
                <a:srgbClr val="9B3597">
                  <a:alpha val="72941"/>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4" name="Rectangle 13">
            <a:extLst>
              <a:ext uri="{FF2B5EF4-FFF2-40B4-BE49-F238E27FC236}">
                <a16:creationId xmlns:a16="http://schemas.microsoft.com/office/drawing/2014/main" id="{EBBC545E-CFDF-A40B-046E-AEC9E529B81C}"/>
              </a:ext>
            </a:extLst>
          </p:cNvPr>
          <p:cNvSpPr/>
          <p:nvPr/>
        </p:nvSpPr>
        <p:spPr>
          <a:xfrm rot="10800000">
            <a:off x="4117181" y="4571999"/>
            <a:ext cx="5816151" cy="2286000"/>
          </a:xfrm>
          <a:prstGeom prst="rect">
            <a:avLst/>
          </a:prstGeom>
          <a:gradFill>
            <a:gsLst>
              <a:gs pos="28000">
                <a:srgbClr val="FF907A">
                  <a:alpha val="40000"/>
                </a:srgbClr>
              </a:gs>
              <a:gs pos="100000">
                <a:srgbClr val="DA002F">
                  <a:alpha val="20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5" name="Oval 14">
            <a:extLst>
              <a:ext uri="{FF2B5EF4-FFF2-40B4-BE49-F238E27FC236}">
                <a16:creationId xmlns:a16="http://schemas.microsoft.com/office/drawing/2014/main" id="{B90503D3-D62B-0038-E24C-05C4B676AF66}"/>
              </a:ext>
            </a:extLst>
          </p:cNvPr>
          <p:cNvSpPr/>
          <p:nvPr/>
        </p:nvSpPr>
        <p:spPr>
          <a:xfrm rot="13704304">
            <a:off x="4472142" y="1299193"/>
            <a:ext cx="4998441" cy="4061233"/>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621149" y="1270535"/>
            <a:ext cx="4479989" cy="2889504"/>
          </a:xfrm>
        </p:spPr>
        <p:txBody>
          <a:bodyPr vert="horz" lIns="91440" tIns="45720" rIns="91440" bIns="45720" rtlCol="0" anchor="b">
            <a:normAutofit/>
          </a:bodyPr>
          <a:lstStyle>
            <a:lvl1pPr>
              <a:defRPr lang="en-US" sz="3600" cap="all" spc="700" baseline="0" dirty="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621149" y="4974336"/>
            <a:ext cx="4643438" cy="1481328"/>
          </a:xfrm>
        </p:spPr>
        <p:txBody>
          <a:bodyPr vert="horz" lIns="91440" tIns="45720" rIns="91440" bIns="45720" rtlCol="0" anchor="ctr">
            <a:normAutofit/>
          </a:bodyPr>
          <a:lstStyle>
            <a:lvl1pPr marL="0" indent="0">
              <a:buNone/>
              <a:defRPr lang="en-US" cap="all" spc="400" baseline="0" dirty="0">
                <a:solidFill>
                  <a:schemeClr val="bg1"/>
                </a:solidFill>
              </a:defRPr>
            </a:lvl1pPr>
          </a:lstStyle>
          <a:p>
            <a:pPr lvl="0"/>
            <a:r>
              <a:rPr lang="en-US" dirty="0"/>
              <a:t>Click to edit Master subtitle style</a:t>
            </a:r>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0" y="0"/>
            <a:ext cx="4117181" cy="6858000"/>
          </a:xfrm>
          <a:blipFill>
            <a:blip r:embed="rId2">
              <a:alphaModFix amt="70000"/>
            </a:blip>
            <a:stretch>
              <a:fillRect/>
            </a:stretch>
          </a:blipFill>
        </p:spPr>
        <p:txBody>
          <a:bodyPr/>
          <a:lstStyle>
            <a:lvl1pPr marL="0" indent="0">
              <a:buNone/>
              <a:defRPr/>
            </a:lvl1pPr>
          </a:lstStyle>
          <a:p>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621148" y="6455664"/>
            <a:ext cx="2358339" cy="365760"/>
          </a:xfrm>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994346" y="6455664"/>
            <a:ext cx="2426261" cy="365760"/>
          </a:xfrm>
        </p:spPr>
        <p:txBody>
          <a:bodyPr/>
          <a:lstStyle>
            <a:lvl1pPr>
              <a:defRPr>
                <a:solidFill>
                  <a:schemeClr val="bg1"/>
                </a:solidFill>
              </a:defRPr>
            </a:lvl1pPr>
          </a:lstStyle>
          <a:p>
            <a:fld id="{22927AFB-A171-440E-85AE-8173A49EBA6A}" type="datetime2">
              <a:rPr lang="en-US" smtClean="0"/>
              <a:t>Thursday, October 1,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31943309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9534" y="347472"/>
            <a:ext cx="8113014" cy="960120"/>
          </a:xfrm>
        </p:spPr>
        <p:txBody>
          <a:body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39534" y="1563624"/>
            <a:ext cx="8113014"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274BCA4-07E8-484C-A268-7A7F4DBB4C79}" type="datetime2">
              <a:rPr lang="en-US" smtClean="0"/>
              <a:t>Thursday, October 1,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8681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CAF72-A322-2B88-2E9E-10B288C8315E}"/>
              </a:ext>
            </a:extLst>
          </p:cNvPr>
          <p:cNvSpPr/>
          <p:nvPr/>
        </p:nvSpPr>
        <p:spPr>
          <a:xfrm>
            <a:off x="0" y="0"/>
            <a:ext cx="9906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extLst>
              <a:ext uri="{FF2B5EF4-FFF2-40B4-BE49-F238E27FC236}">
                <a16:creationId xmlns:a16="http://schemas.microsoft.com/office/drawing/2014/main" id="{EA2EF993-7F0D-4ECF-FD85-4AAFAAAF91C6}"/>
              </a:ext>
            </a:extLst>
          </p:cNvPr>
          <p:cNvSpPr/>
          <p:nvPr/>
        </p:nvSpPr>
        <p:spPr>
          <a:xfrm rot="10800000" flipH="1">
            <a:off x="1" y="4572000"/>
            <a:ext cx="9906002" cy="2286219"/>
          </a:xfrm>
          <a:prstGeom prst="rect">
            <a:avLst/>
          </a:prstGeom>
          <a:gradFill>
            <a:gsLst>
              <a:gs pos="0">
                <a:srgbClr val="FF907A"/>
              </a:gs>
              <a:gs pos="100000">
                <a:srgbClr val="DA002F"/>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6" name="Rectangle 5">
            <a:extLst>
              <a:ext uri="{FF2B5EF4-FFF2-40B4-BE49-F238E27FC236}">
                <a16:creationId xmlns:a16="http://schemas.microsoft.com/office/drawing/2014/main" id="{C6D141E1-516D-D7D9-7CAC-EBABCB077CDD}"/>
              </a:ext>
            </a:extLst>
          </p:cNvPr>
          <p:cNvSpPr/>
          <p:nvPr/>
        </p:nvSpPr>
        <p:spPr>
          <a:xfrm rot="10800000" flipH="1">
            <a:off x="3281362" y="4571780"/>
            <a:ext cx="6623450" cy="2286329"/>
          </a:xfrm>
          <a:prstGeom prst="rect">
            <a:avLst/>
          </a:prstGeom>
          <a:gradFill>
            <a:gsLst>
              <a:gs pos="0">
                <a:srgbClr val="FF5076">
                  <a:alpha val="0"/>
                </a:srgbClr>
              </a:gs>
              <a:gs pos="99000">
                <a:srgbClr val="91049C">
                  <a:alpha val="81961"/>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1" name="Freeform: Shape 10">
            <a:extLst>
              <a:ext uri="{FF2B5EF4-FFF2-40B4-BE49-F238E27FC236}">
                <a16:creationId xmlns:a16="http://schemas.microsoft.com/office/drawing/2014/main" id="{D973ECF1-2707-D092-89EA-AC6D4B79E56F}"/>
              </a:ext>
            </a:extLst>
          </p:cNvPr>
          <p:cNvSpPr/>
          <p:nvPr/>
        </p:nvSpPr>
        <p:spPr>
          <a:xfrm rot="14834054">
            <a:off x="2229506" y="3355377"/>
            <a:ext cx="2352194" cy="3109392"/>
          </a:xfrm>
          <a:custGeom>
            <a:avLst/>
            <a:gdLst>
              <a:gd name="connsiteX0" fmla="*/ 2352194 w 2352194"/>
              <a:gd name="connsiteY0" fmla="*/ 8624 h 3826944"/>
              <a:gd name="connsiteX1" fmla="*/ 749804 w 2352194"/>
              <a:gd name="connsiteY1" fmla="*/ 3826944 h 3826944"/>
              <a:gd name="connsiteX2" fmla="*/ 566692 w 2352194"/>
              <a:gd name="connsiteY2" fmla="*/ 3648149 h 3826944"/>
              <a:gd name="connsiteX3" fmla="*/ 0 w 2352194"/>
              <a:gd name="connsiteY3" fmla="*/ 2181415 h 3826944"/>
              <a:gd name="connsiteX4" fmla="*/ 2181415 w 2352194"/>
              <a:gd name="connsiteY4" fmla="*/ 0 h 3826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194" h="3826944">
                <a:moveTo>
                  <a:pt x="2352194" y="8624"/>
                </a:moveTo>
                <a:lnTo>
                  <a:pt x="749804" y="3826944"/>
                </a:lnTo>
                <a:lnTo>
                  <a:pt x="566692" y="3648149"/>
                </a:lnTo>
                <a:cubicBezTo>
                  <a:pt x="214596" y="3260758"/>
                  <a:pt x="0" y="2746147"/>
                  <a:pt x="0" y="2181415"/>
                </a:cubicBezTo>
                <a:cubicBezTo>
                  <a:pt x="0" y="976653"/>
                  <a:pt x="976652" y="0"/>
                  <a:pt x="2181415" y="0"/>
                </a:cubicBezTo>
                <a:close/>
              </a:path>
            </a:pathLst>
          </a:custGeom>
          <a:gradFill>
            <a:gsLst>
              <a:gs pos="0">
                <a:srgbClr val="FFBCAF">
                  <a:alpha val="33725"/>
                </a:srgbClr>
              </a:gs>
              <a:gs pos="100000">
                <a:srgbClr val="FF907A">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5" name="Rectangle 14">
            <a:extLst>
              <a:ext uri="{FF2B5EF4-FFF2-40B4-BE49-F238E27FC236}">
                <a16:creationId xmlns:a16="http://schemas.microsoft.com/office/drawing/2014/main" id="{F09FDFDA-46A6-DCC7-FA34-612FC4BF8109}"/>
              </a:ext>
            </a:extLst>
          </p:cNvPr>
          <p:cNvSpPr/>
          <p:nvPr/>
        </p:nvSpPr>
        <p:spPr>
          <a:xfrm flipH="1">
            <a:off x="2476499" y="4572000"/>
            <a:ext cx="7429499" cy="1841109"/>
          </a:xfrm>
          <a:prstGeom prst="rect">
            <a:avLst/>
          </a:prstGeom>
          <a:gradFill>
            <a:gsLst>
              <a:gs pos="0">
                <a:srgbClr val="FF411C">
                  <a:alpha val="29804"/>
                </a:srgbClr>
              </a:gs>
              <a:gs pos="78000">
                <a:srgbClr val="DA002F">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94360" y="4791456"/>
            <a:ext cx="8588502" cy="1170432"/>
          </a:xfrm>
        </p:spPr>
        <p:txBody>
          <a:bodyPr vert="horz" lIns="91440" tIns="45720" rIns="91440" bIns="45720" rtlCol="0" anchor="b">
            <a:normAutofit/>
          </a:bodyPr>
          <a:lstStyle>
            <a:lvl1pPr>
              <a:defRPr lang="en-US" sz="4000" cap="all" spc="70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94360" y="6025896"/>
            <a:ext cx="8595932" cy="429768"/>
          </a:xfrm>
        </p:spPr>
        <p:txBody>
          <a:bodyPr vert="horz" lIns="91440" tIns="45720" rIns="91440" bIns="45720" rtlCol="0">
            <a:normAutofit/>
          </a:bodyPr>
          <a:lstStyle>
            <a:lvl1pPr marL="0" indent="0">
              <a:buNone/>
              <a:defRPr lang="en-US" sz="1600" cap="all" spc="400" baseline="0">
                <a:solidFill>
                  <a:schemeClr val="bg1"/>
                </a:solidFill>
                <a:latin typeface="+mj-lt"/>
              </a:defRPr>
            </a:lvl1pPr>
          </a:lstStyle>
          <a:p>
            <a:pPr lvl="0"/>
            <a:r>
              <a:rPr lang="en-US" dirty="0"/>
              <a:t>Click to edit Master subtitle style</a:t>
            </a:r>
          </a:p>
        </p:txBody>
      </p:sp>
      <p:sp>
        <p:nvSpPr>
          <p:cNvPr id="17" name="Picture Placeholder 16">
            <a:extLst>
              <a:ext uri="{FF2B5EF4-FFF2-40B4-BE49-F238E27FC236}">
                <a16:creationId xmlns:a16="http://schemas.microsoft.com/office/drawing/2014/main" id="{CC20621E-D3A1-DE2F-A48A-0A5F27957211}"/>
              </a:ext>
            </a:extLst>
          </p:cNvPr>
          <p:cNvSpPr>
            <a:spLocks noGrp="1"/>
          </p:cNvSpPr>
          <p:nvPr>
            <p:ph type="pic" sz="quarter" idx="13" hasCustomPrompt="1"/>
          </p:nvPr>
        </p:nvSpPr>
        <p:spPr>
          <a:xfrm>
            <a:off x="0" y="0"/>
            <a:ext cx="9906000" cy="4572000"/>
          </a:xfrm>
          <a:blipFill dpi="0" rotWithShape="1">
            <a:blip r:embed="rId2">
              <a:alphaModFix amt="70000"/>
            </a:blip>
            <a:srcRect/>
            <a:stretch>
              <a:fillRect/>
            </a:stretch>
          </a:blipFill>
        </p:spPr>
        <p:txBody>
          <a:bodyPr/>
          <a:lstStyle>
            <a:lvl1pPr marL="0" indent="0">
              <a:buNone/>
              <a:defRPr/>
            </a:lvl1pPr>
          </a:lstStyle>
          <a:p>
            <a:r>
              <a:rPr lang="en-US" dirty="0"/>
              <a:t>.</a:t>
            </a:r>
          </a:p>
        </p:txBody>
      </p:sp>
      <p:sp>
        <p:nvSpPr>
          <p:cNvPr id="19" name="Footer Placeholder 18">
            <a:extLst>
              <a:ext uri="{FF2B5EF4-FFF2-40B4-BE49-F238E27FC236}">
                <a16:creationId xmlns:a16="http://schemas.microsoft.com/office/drawing/2014/main" id="{382602B3-F8C3-D957-5C3F-DF1749FA8532}"/>
              </a:ext>
            </a:extLst>
          </p:cNvPr>
          <p:cNvSpPr>
            <a:spLocks noGrp="1"/>
          </p:cNvSpPr>
          <p:nvPr>
            <p:ph type="ftr" sz="quarter" idx="15"/>
          </p:nvPr>
        </p:nvSpPr>
        <p:spPr>
          <a:xfrm>
            <a:off x="594360" y="6455664"/>
            <a:ext cx="2890076" cy="365760"/>
          </a:xfrm>
        </p:spPr>
        <p:txBody>
          <a:bodyPr/>
          <a:lstStyle>
            <a:lvl1pPr>
              <a:defRPr>
                <a:solidFill>
                  <a:schemeClr val="bg1"/>
                </a:solidFill>
                <a:effectLst/>
              </a:defRPr>
            </a:lvl1pPr>
          </a:lstStyle>
          <a:p>
            <a:r>
              <a:rPr lang="en-US"/>
              <a:t>Sample Footer Text</a:t>
            </a:r>
          </a:p>
        </p:txBody>
      </p:sp>
      <p:sp>
        <p:nvSpPr>
          <p:cNvPr id="18" name="Date Placeholder 17">
            <a:extLst>
              <a:ext uri="{FF2B5EF4-FFF2-40B4-BE49-F238E27FC236}">
                <a16:creationId xmlns:a16="http://schemas.microsoft.com/office/drawing/2014/main" id="{A0E38CC7-EEB9-1AD7-7B03-603746FE3FF6}"/>
              </a:ext>
            </a:extLst>
          </p:cNvPr>
          <p:cNvSpPr>
            <a:spLocks noGrp="1"/>
          </p:cNvSpPr>
          <p:nvPr>
            <p:ph type="dt" sz="half" idx="14"/>
          </p:nvPr>
        </p:nvSpPr>
        <p:spPr/>
        <p:txBody>
          <a:bodyPr/>
          <a:lstStyle>
            <a:lvl1pPr>
              <a:defRPr>
                <a:solidFill>
                  <a:schemeClr val="bg1"/>
                </a:solidFill>
              </a:defRPr>
            </a:lvl1pPr>
          </a:lstStyle>
          <a:p>
            <a:fld id="{8EC5E238-6443-4E66-ABD7-AFE41A3FA712}" type="datetime2">
              <a:rPr lang="en-US" smtClean="0"/>
              <a:t>Thursday, October 1, 2026</a:t>
            </a:fld>
            <a:endParaRPr lang="en-US"/>
          </a:p>
        </p:txBody>
      </p:sp>
      <p:sp>
        <p:nvSpPr>
          <p:cNvPr id="20" name="Slide Number Placeholder 19">
            <a:extLst>
              <a:ext uri="{FF2B5EF4-FFF2-40B4-BE49-F238E27FC236}">
                <a16:creationId xmlns:a16="http://schemas.microsoft.com/office/drawing/2014/main" id="{B153FF4E-D18A-13B0-6B0A-CF7AF0A5232B}"/>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50686099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Lst>
          </p:cNvPr>
          <p:cNvSpPr/>
          <p:nvPr/>
        </p:nvSpPr>
        <p:spPr>
          <a:xfrm>
            <a:off x="0" y="0"/>
            <a:ext cx="9906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8D2DD7BB-25B8-B7A3-8E13-EDE8E1090689}"/>
              </a:ext>
            </a:extLst>
          </p:cNvPr>
          <p:cNvSpPr/>
          <p:nvPr/>
        </p:nvSpPr>
        <p:spPr>
          <a:xfrm rot="10800000" flipH="1">
            <a:off x="0" y="1"/>
            <a:ext cx="4953000" cy="6868461"/>
          </a:xfrm>
          <a:prstGeom prst="rect">
            <a:avLst/>
          </a:prstGeom>
          <a:gradFill>
            <a:gsLst>
              <a:gs pos="0">
                <a:srgbClr val="FE4A00">
                  <a:alpha val="65882"/>
                </a:srgbClr>
              </a:gs>
              <a:gs pos="100000">
                <a:srgbClr val="A6025C"/>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9" name="Rectangle 8">
            <a:extLst>
              <a:ext uri="{FF2B5EF4-FFF2-40B4-BE49-F238E27FC236}">
                <a16:creationId xmlns:a16="http://schemas.microsoft.com/office/drawing/2014/main" id="{FB6C05D2-D53F-950D-185E-08B200EEFEB9}"/>
              </a:ext>
            </a:extLst>
          </p:cNvPr>
          <p:cNvSpPr/>
          <p:nvPr/>
        </p:nvSpPr>
        <p:spPr>
          <a:xfrm rot="10800000" flipH="1">
            <a:off x="-14858" y="4582456"/>
            <a:ext cx="4967857" cy="2275539"/>
          </a:xfrm>
          <a:prstGeom prst="rect">
            <a:avLst/>
          </a:prstGeom>
          <a:gradFill>
            <a:gsLst>
              <a:gs pos="0">
                <a:srgbClr val="DA002F">
                  <a:alpha val="0"/>
                </a:srgbClr>
              </a:gs>
              <a:gs pos="99000">
                <a:srgbClr val="92248E">
                  <a:alpha val="2666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0" name="Rectangle 9">
            <a:extLst>
              <a:ext uri="{FF2B5EF4-FFF2-40B4-BE49-F238E27FC236}">
                <a16:creationId xmlns:a16="http://schemas.microsoft.com/office/drawing/2014/main" id="{BC0AF5C2-3AA9-7510-308E-9D21678F7EFC}"/>
              </a:ext>
            </a:extLst>
          </p:cNvPr>
          <p:cNvSpPr/>
          <p:nvPr/>
        </p:nvSpPr>
        <p:spPr>
          <a:xfrm rot="5400000" flipH="1">
            <a:off x="-765925" y="1077446"/>
            <a:ext cx="6878924" cy="4724029"/>
          </a:xfrm>
          <a:prstGeom prst="rect">
            <a:avLst/>
          </a:prstGeom>
          <a:gradFill>
            <a:gsLst>
              <a:gs pos="0">
                <a:srgbClr val="FE4A00">
                  <a:alpha val="0"/>
                </a:srgbClr>
              </a:gs>
              <a:gs pos="100000">
                <a:srgbClr val="A60296">
                  <a:alpha val="38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1" name="Oval 10">
            <a:extLst>
              <a:ext uri="{FF2B5EF4-FFF2-40B4-BE49-F238E27FC236}">
                <a16:creationId xmlns:a16="http://schemas.microsoft.com/office/drawing/2014/main" id="{13D13448-08C3-4231-6CCA-F17E4C608199}"/>
              </a:ext>
            </a:extLst>
          </p:cNvPr>
          <p:cNvSpPr/>
          <p:nvPr/>
        </p:nvSpPr>
        <p:spPr>
          <a:xfrm rot="10800000">
            <a:off x="771100" y="1319084"/>
            <a:ext cx="3777149" cy="4648799"/>
          </a:xfrm>
          <a:prstGeom prst="ellipse">
            <a:avLst/>
          </a:pr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94360" y="941832"/>
            <a:ext cx="3759327" cy="3209544"/>
          </a:xfrm>
        </p:spPr>
        <p:txBody>
          <a:bodyPr vert="horz" lIns="91440" tIns="45720" rIns="91440" bIns="45720" rtlCol="0" anchor="b">
            <a:normAutofit/>
          </a:bodyPr>
          <a:lstStyle>
            <a:lvl1pPr>
              <a:defRPr lang="en-US" sz="3600" cap="all" spc="700" baseline="0" dirty="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94360" y="4974336"/>
            <a:ext cx="3759327" cy="1453896"/>
          </a:xfrm>
        </p:spPr>
        <p:txBody>
          <a:bodyPr vert="horz" lIns="91440" tIns="45720" rIns="91440" bIns="45720" rtlCol="0" anchor="ctr">
            <a:normAutofit/>
          </a:bodyPr>
          <a:lstStyle>
            <a:lvl1pPr marL="0" indent="0">
              <a:buNone/>
              <a:defRPr lang="en-US" cap="all" spc="400" baseline="0" dirty="0">
                <a:solidFill>
                  <a:schemeClr val="bg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94360" y="6455664"/>
            <a:ext cx="3328416" cy="365760"/>
          </a:xfrm>
        </p:spPr>
        <p:txBody>
          <a:bodyPr/>
          <a:lstStyle>
            <a:lvl1pPr algn="l">
              <a:defRPr>
                <a:solidFill>
                  <a:schemeClr val="bg1"/>
                </a:solidFill>
              </a:defRPr>
            </a:lvl1pPr>
          </a:lstStyle>
          <a:p>
            <a:fld id="{F2D689D1-54B3-41D9-B112-32329B9B3CC6}" type="datetime2">
              <a:rPr lang="en-US" smtClean="0"/>
              <a:t>Thursday, October 1,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3907917" y="6455664"/>
            <a:ext cx="445770" cy="365760"/>
          </a:xfrm>
        </p:spPr>
        <p:txBody>
          <a:bodyPr/>
          <a:lstStyle>
            <a:lvl1pPr>
              <a:defRPr>
                <a:solidFill>
                  <a:schemeClr val="bg1"/>
                </a:solidFill>
              </a:defRPr>
            </a:lvl1pPr>
          </a:lstStyle>
          <a:p>
            <a:fld id="{CC057153-B650-4DEB-B370-79DDCFDCE934}" type="slidenum">
              <a:rPr lang="en-US" smtClean="0"/>
              <a:pPr/>
              <a:t>‹#›</a:t>
            </a:fld>
            <a:endParaRPr lang="en-US"/>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4950523" y="0"/>
            <a:ext cx="4955477" cy="6858000"/>
          </a:xfrm>
          <a:blipFill>
            <a:blip r:embed="rId2">
              <a:alphaModFix amt="7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767145498"/>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58E3E8-0931-8EEE-FF77-1C25EBBE79AA}"/>
              </a:ext>
            </a:extLst>
          </p:cNvPr>
          <p:cNvSpPr/>
          <p:nvPr/>
        </p:nvSpPr>
        <p:spPr>
          <a:xfrm>
            <a:off x="0" y="0"/>
            <a:ext cx="9906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extLst>
              <a:ext uri="{FF2B5EF4-FFF2-40B4-BE49-F238E27FC236}">
                <a16:creationId xmlns:a16="http://schemas.microsoft.com/office/drawing/2014/main" id="{F3CE0C29-D9B0-E434-079F-9F0C40DF20EC}"/>
              </a:ext>
            </a:extLst>
          </p:cNvPr>
          <p:cNvSpPr/>
          <p:nvPr/>
        </p:nvSpPr>
        <p:spPr>
          <a:xfrm rot="5400000" flipH="1">
            <a:off x="-1781752" y="1781747"/>
            <a:ext cx="6875820" cy="3312321"/>
          </a:xfrm>
          <a:prstGeom prst="rect">
            <a:avLst/>
          </a:prstGeom>
          <a:gradFill>
            <a:gsLst>
              <a:gs pos="11000">
                <a:srgbClr val="92248E"/>
              </a:gs>
              <a:gs pos="100000">
                <a:srgbClr val="FF411C">
                  <a:alpha val="8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extLst>
              <a:ext uri="{FF2B5EF4-FFF2-40B4-BE49-F238E27FC236}">
                <a16:creationId xmlns:a16="http://schemas.microsoft.com/office/drawing/2014/main" id="{3F9F604E-FEFA-3809-8244-5B72EE7BB044}"/>
              </a:ext>
            </a:extLst>
          </p:cNvPr>
          <p:cNvSpPr/>
          <p:nvPr/>
        </p:nvSpPr>
        <p:spPr>
          <a:xfrm rot="16200000">
            <a:off x="507934" y="4064066"/>
            <a:ext cx="2296453" cy="3312320"/>
          </a:xfrm>
          <a:prstGeom prst="rect">
            <a:avLst/>
          </a:prstGeom>
          <a:gradFill>
            <a:gsLst>
              <a:gs pos="0">
                <a:srgbClr val="DA002F">
                  <a:alpha val="55000"/>
                </a:srgbClr>
              </a:gs>
              <a:gs pos="100000">
                <a:srgbClr val="FF907A">
                  <a:alpha val="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Freeform: Shape 11">
            <a:extLst>
              <a:ext uri="{FF2B5EF4-FFF2-40B4-BE49-F238E27FC236}">
                <a16:creationId xmlns:a16="http://schemas.microsoft.com/office/drawing/2014/main" id="{0D18E261-930C-6A44-A568-9DD2A88D3526}"/>
              </a:ext>
            </a:extLst>
          </p:cNvPr>
          <p:cNvSpPr/>
          <p:nvPr/>
        </p:nvSpPr>
        <p:spPr>
          <a:xfrm rot="6097846">
            <a:off x="-1058004" y="1584625"/>
            <a:ext cx="4808302" cy="3322041"/>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rgbClr val="FFDBCC">
                  <a:alpha val="0"/>
                </a:srgbClr>
              </a:gs>
              <a:gs pos="100000">
                <a:srgbClr val="FF907A">
                  <a:alpha val="30000"/>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97776" y="850392"/>
            <a:ext cx="2384870" cy="3035808"/>
          </a:xfrm>
        </p:spPr>
        <p:txBody>
          <a:bodyPr vert="horz" lIns="91440" tIns="45720" rIns="91440" bIns="45720" rtlCol="0" anchor="t">
            <a:normAutofit/>
          </a:bodyPr>
          <a:lstStyle>
            <a:lvl1pPr>
              <a:defRPr lang="en-US" cap="all" spc="70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97777" y="5001768"/>
            <a:ext cx="2377440" cy="1490472"/>
          </a:xfrm>
        </p:spPr>
        <p:txBody>
          <a:bodyPr vert="horz" lIns="91440" tIns="45720" rIns="91440" bIns="45720" rtlCol="0" anchor="ctr">
            <a:normAutofit/>
          </a:bodyPr>
          <a:lstStyle>
            <a:lvl1pPr marL="0" indent="0">
              <a:buNone/>
              <a:defRPr lang="en-US" sz="1600" cap="all" spc="400" baseline="0" dirty="0">
                <a:solidFill>
                  <a:schemeClr val="bg1"/>
                </a:solidFill>
                <a:latin typeface="+mj-lt"/>
              </a:defRPr>
            </a:lvl1pPr>
          </a:lstStyle>
          <a:p>
            <a:pPr lvl="0"/>
            <a:r>
              <a:rPr lang="en-US" dirty="0"/>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a:xfrm>
            <a:off x="26003" y="6455664"/>
            <a:ext cx="445770" cy="365760"/>
          </a:xfrm>
        </p:spPr>
        <p:txBody>
          <a:bodyPr/>
          <a:lstStyle>
            <a:lvl1pPr>
              <a:defRPr>
                <a:solidFill>
                  <a:schemeClr val="bg1"/>
                </a:solidFill>
              </a:defRPr>
            </a:lvl1pPr>
          </a:lstStyle>
          <a:p>
            <a:fld id="{CC057153-B650-4DEB-B370-79DDCFDCE934}" type="slidenum">
              <a:rPr lang="en-US" smtClean="0"/>
              <a:pPr/>
              <a:t>‹#›</a:t>
            </a:fld>
            <a:endParaRPr lang="en-US"/>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a:xfrm>
            <a:off x="497776" y="6455664"/>
            <a:ext cx="2622614" cy="365760"/>
          </a:xfrm>
        </p:spPr>
        <p:txBody>
          <a:bodyPr/>
          <a:lstStyle>
            <a:lvl1pPr algn="l">
              <a:defRPr>
                <a:solidFill>
                  <a:schemeClr val="bg1"/>
                </a:solidFill>
              </a:defRPr>
            </a:lvl1pPr>
          </a:lstStyle>
          <a:p>
            <a:fld id="{E144AFCF-5D00-4E8A-BE78-0A3382672AA6}" type="datetime2">
              <a:rPr lang="en-US" smtClean="0"/>
              <a:t>Thursday, October 1, 2026</a:t>
            </a:fld>
            <a:endParaRPr lang="en-US"/>
          </a:p>
        </p:txBody>
      </p:sp>
      <p:sp>
        <p:nvSpPr>
          <p:cNvPr id="15" name="Picture Placeholder 14">
            <a:extLst>
              <a:ext uri="{FF2B5EF4-FFF2-40B4-BE49-F238E27FC236}">
                <a16:creationId xmlns:a16="http://schemas.microsoft.com/office/drawing/2014/main" id="{B889FC6C-F243-CA40-35F8-13153EA5EBE9}"/>
              </a:ext>
            </a:extLst>
          </p:cNvPr>
          <p:cNvSpPr>
            <a:spLocks noGrp="1"/>
          </p:cNvSpPr>
          <p:nvPr>
            <p:ph type="pic" sz="quarter" idx="13" hasCustomPrompt="1"/>
          </p:nvPr>
        </p:nvSpPr>
        <p:spPr>
          <a:xfrm>
            <a:off x="3312319" y="0"/>
            <a:ext cx="6593681" cy="6868452"/>
          </a:xfrm>
          <a:blipFill>
            <a:blip r:embed="rId2">
              <a:alphaModFix amt="7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1183238088"/>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1">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FE7F8B-D1C1-6301-75A5-2EC4374F9AF1}"/>
              </a:ext>
            </a:extLst>
          </p:cNvPr>
          <p:cNvSpPr/>
          <p:nvPr/>
        </p:nvSpPr>
        <p:spPr>
          <a:xfrm flipH="1" flipV="1">
            <a:off x="-11740" y="0"/>
            <a:ext cx="9932598"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2" name="Rectangle 11">
            <a:extLst>
              <a:ext uri="{FF2B5EF4-FFF2-40B4-BE49-F238E27FC236}">
                <a16:creationId xmlns:a16="http://schemas.microsoft.com/office/drawing/2014/main" id="{C1D8467A-A1B6-E7E6-CAD4-E63E0FE2CCCB}"/>
              </a:ext>
            </a:extLst>
          </p:cNvPr>
          <p:cNvSpPr/>
          <p:nvPr/>
        </p:nvSpPr>
        <p:spPr>
          <a:xfrm flipV="1">
            <a:off x="-5871" y="-5046"/>
            <a:ext cx="9926729" cy="686556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3" name="Rectangle 12">
            <a:extLst>
              <a:ext uri="{FF2B5EF4-FFF2-40B4-BE49-F238E27FC236}">
                <a16:creationId xmlns:a16="http://schemas.microsoft.com/office/drawing/2014/main" id="{2A9C06E7-BC9C-2F5F-5DD1-D04EB713C63D}"/>
              </a:ext>
            </a:extLst>
          </p:cNvPr>
          <p:cNvSpPr/>
          <p:nvPr/>
        </p:nvSpPr>
        <p:spPr>
          <a:xfrm rot="10800000" flipH="1" flipV="1">
            <a:off x="-20730" y="-5045"/>
            <a:ext cx="9926730" cy="6865568"/>
          </a:xfrm>
          <a:prstGeom prst="rect">
            <a:avLst/>
          </a:prstGeom>
          <a:gradFill>
            <a:gsLst>
              <a:gs pos="0">
                <a:srgbClr val="FA0036">
                  <a:alpha val="4000"/>
                </a:srgbClr>
              </a:gs>
              <a:gs pos="99000">
                <a:schemeClr val="accent2">
                  <a:alpha val="98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4" name="Rectangle 13">
            <a:extLst>
              <a:ext uri="{FF2B5EF4-FFF2-40B4-BE49-F238E27FC236}">
                <a16:creationId xmlns:a16="http://schemas.microsoft.com/office/drawing/2014/main" id="{985261F8-8CD8-F2E0-C386-BE6A16D95BFC}"/>
              </a:ext>
            </a:extLst>
          </p:cNvPr>
          <p:cNvSpPr/>
          <p:nvPr/>
        </p:nvSpPr>
        <p:spPr>
          <a:xfrm rot="16200000" flipH="1" flipV="1">
            <a:off x="2661130" y="-2672868"/>
            <a:ext cx="4571999" cy="9917741"/>
          </a:xfrm>
          <a:prstGeom prst="rect">
            <a:avLst/>
          </a:prstGeom>
          <a:gradFill>
            <a:gsLst>
              <a:gs pos="0">
                <a:srgbClr val="D861D4">
                  <a:alpha val="0"/>
                </a:srgbClr>
              </a:gs>
              <a:gs pos="100000">
                <a:srgbClr val="FF7037">
                  <a:alpha val="66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5" name="Oval 14">
            <a:extLst>
              <a:ext uri="{FF2B5EF4-FFF2-40B4-BE49-F238E27FC236}">
                <a16:creationId xmlns:a16="http://schemas.microsoft.com/office/drawing/2014/main" id="{D3D4A82C-6849-A88D-6D57-833E9A7481B9}"/>
              </a:ext>
            </a:extLst>
          </p:cNvPr>
          <p:cNvSpPr/>
          <p:nvPr/>
        </p:nvSpPr>
        <p:spPr>
          <a:xfrm rot="13168948" flipH="1" flipV="1">
            <a:off x="834568" y="609473"/>
            <a:ext cx="4067175"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a:extLst>
              <a:ext uri="{FF2B5EF4-FFF2-40B4-BE49-F238E27FC236}">
                <a16:creationId xmlns:a16="http://schemas.microsoft.com/office/drawing/2014/main" id="{2D55CA38-7F60-D664-4EC0-C54B60C02BCF}"/>
              </a:ext>
            </a:extLst>
          </p:cNvPr>
          <p:cNvSpPr/>
          <p:nvPr/>
        </p:nvSpPr>
        <p:spPr>
          <a:xfrm rot="5400000" flipV="1">
            <a:off x="-2197880" y="2183617"/>
            <a:ext cx="6860522" cy="2488238"/>
          </a:xfrm>
          <a:prstGeom prst="rect">
            <a:avLst/>
          </a:prstGeom>
          <a:gradFill>
            <a:gsLst>
              <a:gs pos="0">
                <a:srgbClr val="FA0036">
                  <a:alpha val="62000"/>
                </a:srgbClr>
              </a:gs>
              <a:gs pos="77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890076" y="987552"/>
            <a:ext cx="6211062" cy="2944368"/>
          </a:xfrm>
        </p:spPr>
        <p:txBody>
          <a:bodyPr vert="horz" lIns="91440" tIns="45720" rIns="91440" bIns="45720" rtlCol="0" anchor="b">
            <a:normAutofit/>
          </a:bodyPr>
          <a:lstStyle>
            <a:lvl1pPr>
              <a:defRPr lang="en-US" sz="5400" cap="all" spc="70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875217" y="5294376"/>
            <a:ext cx="6211062" cy="1078992"/>
          </a:xfrm>
        </p:spPr>
        <p:txBody>
          <a:bodyPr vert="horz" lIns="91440" tIns="45720" rIns="91440" bIns="45720" rtlCol="0" anchor="ctr">
            <a:normAutofit/>
          </a:bodyPr>
          <a:lstStyle>
            <a:lvl1pPr marL="0" indent="0">
              <a:buNone/>
              <a:defRPr lang="en-US" cap="all" spc="400" baseline="0">
                <a:solidFill>
                  <a:schemeClr val="bg1"/>
                </a:solidFill>
                <a:latin typeface="+mj-lt"/>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F3DE8AB4-3D9C-4366-A8D9-9A4F01D11121}" type="datetime2">
              <a:rPr lang="en-US" smtClean="0"/>
              <a:t>Thursday, October 1, 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974276570"/>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344B8E2B-A9B5-DCE0-5C06-E99F762397CB}"/>
              </a:ext>
            </a:extLst>
          </p:cNvPr>
          <p:cNvSpPr/>
          <p:nvPr/>
        </p:nvSpPr>
        <p:spPr>
          <a:xfrm>
            <a:off x="0" y="0"/>
            <a:ext cx="9906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extLst>
              <a:ext uri="{FF2B5EF4-FFF2-40B4-BE49-F238E27FC236}">
                <a16:creationId xmlns:a16="http://schemas.microsoft.com/office/drawing/2014/main" id="{A8C38FEA-146D-53B3-36B0-5CBD8040636E}"/>
              </a:ext>
            </a:extLst>
          </p:cNvPr>
          <p:cNvSpPr/>
          <p:nvPr/>
        </p:nvSpPr>
        <p:spPr>
          <a:xfrm flipH="1">
            <a:off x="7429496" y="0"/>
            <a:ext cx="2499539"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extLst>
              <a:ext uri="{FF2B5EF4-FFF2-40B4-BE49-F238E27FC236}">
                <a16:creationId xmlns:a16="http://schemas.microsoft.com/office/drawing/2014/main" id="{1684D35E-A520-CA7A-97CB-6D815AB4CC5D}"/>
              </a:ext>
            </a:extLst>
          </p:cNvPr>
          <p:cNvSpPr/>
          <p:nvPr/>
        </p:nvSpPr>
        <p:spPr>
          <a:xfrm flipH="1">
            <a:off x="7429493" y="-1"/>
            <a:ext cx="2499538"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a:extLst>
              <a:ext uri="{FF2B5EF4-FFF2-40B4-BE49-F238E27FC236}">
                <a16:creationId xmlns:a16="http://schemas.microsoft.com/office/drawing/2014/main" id="{F85E890B-58C1-DD36-E90B-FFF0BE0CB5CB}"/>
              </a:ext>
            </a:extLst>
          </p:cNvPr>
          <p:cNvSpPr/>
          <p:nvPr/>
        </p:nvSpPr>
        <p:spPr>
          <a:xfrm rot="5400000" flipH="1">
            <a:off x="5250256" y="2179231"/>
            <a:ext cx="6858001" cy="2499538"/>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Freeform: Shape 15">
            <a:extLst>
              <a:ext uri="{FF2B5EF4-FFF2-40B4-BE49-F238E27FC236}">
                <a16:creationId xmlns:a16="http://schemas.microsoft.com/office/drawing/2014/main" id="{ABCD52CC-E8F2-3220-AE19-8A482DD1F236}"/>
              </a:ext>
            </a:extLst>
          </p:cNvPr>
          <p:cNvSpPr/>
          <p:nvPr/>
        </p:nvSpPr>
        <p:spPr>
          <a:xfrm rot="12508972">
            <a:off x="6459172" y="1673989"/>
            <a:ext cx="2601293" cy="4397456"/>
          </a:xfrm>
          <a:custGeom>
            <a:avLst/>
            <a:gdLst>
              <a:gd name="connsiteX0" fmla="*/ 3201591 w 3201591"/>
              <a:gd name="connsiteY0" fmla="*/ 4296647 h 4397456"/>
              <a:gd name="connsiteX1" fmla="*/ 3007294 w 3201591"/>
              <a:gd name="connsiteY1" fmla="*/ 4346606 h 4397456"/>
              <a:gd name="connsiteX2" fmla="*/ 2502877 w 3201591"/>
              <a:gd name="connsiteY2" fmla="*/ 4397456 h 4397456"/>
              <a:gd name="connsiteX3" fmla="*/ 0 w 3201591"/>
              <a:gd name="connsiteY3" fmla="*/ 1894579 h 4397456"/>
              <a:gd name="connsiteX4" fmla="*/ 733076 w 3201591"/>
              <a:gd name="connsiteY4" fmla="*/ 124777 h 4397456"/>
              <a:gd name="connsiteX5" fmla="*/ 870365 w 3201591"/>
              <a:gd name="connsiteY5" fmla="*/ 0 h 439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1591" h="4397456">
                <a:moveTo>
                  <a:pt x="3201591" y="4296647"/>
                </a:moveTo>
                <a:lnTo>
                  <a:pt x="3007294" y="4346606"/>
                </a:lnTo>
                <a:cubicBezTo>
                  <a:pt x="2844362" y="4379947"/>
                  <a:pt x="2675664" y="4397456"/>
                  <a:pt x="2502877" y="4397456"/>
                </a:cubicBezTo>
                <a:cubicBezTo>
                  <a:pt x="1120576" y="4397456"/>
                  <a:pt x="0" y="3276880"/>
                  <a:pt x="0" y="1894579"/>
                </a:cubicBezTo>
                <a:cubicBezTo>
                  <a:pt x="0" y="1203428"/>
                  <a:pt x="280144" y="577709"/>
                  <a:pt x="733076" y="124777"/>
                </a:cubicBezTo>
                <a:lnTo>
                  <a:pt x="870365" y="0"/>
                </a:lnTo>
                <a:close/>
              </a:path>
            </a:pathLst>
          </a:cu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94360" y="612648"/>
            <a:ext cx="5690997" cy="3557016"/>
          </a:xfrm>
        </p:spPr>
        <p:txBody>
          <a:bodyPr vert="horz" lIns="91440" tIns="45720" rIns="91440" bIns="45720" rtlCol="0" anchor="t">
            <a:normAutofit/>
          </a:bodyPr>
          <a:lstStyle>
            <a:lvl1pPr>
              <a:defRPr lang="en-US" sz="4800" cap="all" spc="550" baseline="0"/>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94360" y="4965192"/>
            <a:ext cx="5193221" cy="1490472"/>
          </a:xfrm>
        </p:spPr>
        <p:txBody>
          <a:bodyPr vert="horz" lIns="91440" tIns="45720" rIns="91440" bIns="45720" rtlCol="0" anchor="ctr">
            <a:normAutofit/>
          </a:bodyPr>
          <a:lstStyle>
            <a:lvl1pPr marL="0" indent="0">
              <a:buNone/>
              <a:defRPr lang="en-US" cap="all" spc="400" baseline="0">
                <a:latin typeface="+mj-lt"/>
              </a:defRPr>
            </a:lvl1pPr>
          </a:lstStyle>
          <a:p>
            <a:pPr lvl="0"/>
            <a:r>
              <a:rPr lang="en-US" dirty="0"/>
              <a:t>Click to edit Master subtitle style</a:t>
            </a:r>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4025864" y="6455664"/>
            <a:ext cx="2821705" cy="365760"/>
          </a:xfrm>
        </p:spPr>
        <p:txBody>
          <a:bodyPr/>
          <a:lstStyle>
            <a:lvl1pPr>
              <a:defRPr>
                <a:solidFill>
                  <a:schemeClr val="tx1"/>
                </a:solidFill>
              </a:defRPr>
            </a:lvl1pPr>
          </a:lstStyle>
          <a:p>
            <a:fld id="{5259F214-985C-4E7A-8724-986944FA2171}" type="datetime2">
              <a:rPr lang="en-US" smtClean="0"/>
              <a:t>Thursday, October 1, 2026</a:t>
            </a:fld>
            <a:endParaRPr lang="en-US"/>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a:xfrm>
            <a:off x="6832710" y="6455664"/>
            <a:ext cx="445770" cy="365760"/>
          </a:xfrm>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293110784"/>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7F7CFA0-C3A1-5564-DD4B-90674874B08D}"/>
              </a:ext>
            </a:extLst>
          </p:cNvPr>
          <p:cNvSpPr/>
          <p:nvPr/>
        </p:nvSpPr>
        <p:spPr>
          <a:xfrm>
            <a:off x="0" y="0"/>
            <a:ext cx="990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D4E2F783-0ED7-1F0B-219A-198549E350DD}"/>
              </a:ext>
            </a:extLst>
          </p:cNvPr>
          <p:cNvSpPr/>
          <p:nvPr/>
        </p:nvSpPr>
        <p:spPr>
          <a:xfrm>
            <a:off x="-4" y="-25866"/>
            <a:ext cx="9906004" cy="4589428"/>
          </a:xfrm>
          <a:prstGeom prst="rect">
            <a:avLst/>
          </a:prstGeom>
          <a:gradFill>
            <a:gsLst>
              <a:gs pos="8000">
                <a:srgbClr val="D861D4"/>
              </a:gs>
              <a:gs pos="100000">
                <a:srgbClr val="DA002F">
                  <a:alpha val="85000"/>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a:extLst>
              <a:ext uri="{FF2B5EF4-FFF2-40B4-BE49-F238E27FC236}">
                <a16:creationId xmlns:a16="http://schemas.microsoft.com/office/drawing/2014/main" id="{12F09062-D41B-0E2E-C1C0-F27562ED9597}"/>
              </a:ext>
            </a:extLst>
          </p:cNvPr>
          <p:cNvSpPr/>
          <p:nvPr/>
        </p:nvSpPr>
        <p:spPr>
          <a:xfrm rot="16200000">
            <a:off x="2662950" y="-2679495"/>
            <a:ext cx="4580101" cy="9905999"/>
          </a:xfrm>
          <a:prstGeom prst="rect">
            <a:avLst/>
          </a:prstGeom>
          <a:gradFill>
            <a:gsLst>
              <a:gs pos="0">
                <a:srgbClr val="FE4A00">
                  <a:alpha val="50000"/>
                </a:srgbClr>
              </a:gs>
              <a:gs pos="99000">
                <a:srgbClr val="A3299D"/>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1BA6D366-64E2-13D3-2734-861E811E1F1A}"/>
              </a:ext>
            </a:extLst>
          </p:cNvPr>
          <p:cNvSpPr/>
          <p:nvPr/>
        </p:nvSpPr>
        <p:spPr>
          <a:xfrm rot="10800000">
            <a:off x="6622530" y="-25872"/>
            <a:ext cx="3283469" cy="4589427"/>
          </a:xfrm>
          <a:prstGeom prst="rect">
            <a:avLst/>
          </a:prstGeom>
          <a:gradFill>
            <a:gsLst>
              <a:gs pos="0">
                <a:srgbClr val="DA002F">
                  <a:alpha val="0"/>
                </a:srgbClr>
              </a:gs>
              <a:gs pos="84000">
                <a:srgbClr val="FF907A">
                  <a:alpha val="32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Freeform: Shape 10">
            <a:extLst>
              <a:ext uri="{FF2B5EF4-FFF2-40B4-BE49-F238E27FC236}">
                <a16:creationId xmlns:a16="http://schemas.microsoft.com/office/drawing/2014/main" id="{AE5B9BA8-AE27-B639-DB51-7E498FA9422B}"/>
              </a:ext>
            </a:extLst>
          </p:cNvPr>
          <p:cNvSpPr/>
          <p:nvPr/>
        </p:nvSpPr>
        <p:spPr>
          <a:xfrm rot="12508972">
            <a:off x="4457060" y="-1118641"/>
            <a:ext cx="4054494"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94360" y="585216"/>
            <a:ext cx="5572125" cy="3200400"/>
          </a:xfrm>
        </p:spPr>
        <p:txBody>
          <a:bodyPr vert="horz" lIns="91440" tIns="45720" rIns="91440" bIns="45720" rtlCol="0" anchor="b">
            <a:normAutofit/>
          </a:bodyPr>
          <a:lstStyle>
            <a:lvl1pPr>
              <a:defRPr lang="en-US" sz="4800" cap="all" spc="550" baseline="0">
                <a:solidFill>
                  <a:schemeClr val="bg1"/>
                </a:solidFill>
              </a:defRPr>
            </a:lvl1pPr>
          </a:lstStyle>
          <a:p>
            <a:pPr lvl="0">
              <a:lnSpc>
                <a:spcPct val="110000"/>
              </a:lnSpc>
            </a:pPr>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94360" y="4965192"/>
            <a:ext cx="5193221" cy="1490472"/>
          </a:xfrm>
        </p:spPr>
        <p:txBody>
          <a:bodyPr vert="horz" lIns="91440" tIns="45720" rIns="91440" bIns="45720" rtlCol="0" anchor="ctr">
            <a:normAutofit/>
          </a:bodyPr>
          <a:lstStyle>
            <a:lvl1pPr marL="0" indent="0">
              <a:buNone/>
              <a:defRPr lang="en-US" cap="all" spc="400" baseline="0" dirty="0">
                <a:latin typeface="+mj-lt"/>
              </a:defRPr>
            </a:lvl1pPr>
          </a:lstStyle>
          <a:p>
            <a:pPr lvl="0"/>
            <a:r>
              <a:rPr lang="en-US" dirty="0"/>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p:txBody>
          <a:bodyPr/>
          <a:lstStyle>
            <a:lvl1pPr>
              <a:defRPr>
                <a:solidFill>
                  <a:schemeClr val="tx1"/>
                </a:solidFill>
              </a:defRPr>
            </a:lvl1pPr>
          </a:lstStyle>
          <a:p>
            <a:fld id="{258C9C02-FCB9-44E9-9951-263455134367}" type="datetime2">
              <a:rPr lang="en-US" smtClean="0"/>
              <a:t>Thursday, October 1, 2026</a:t>
            </a:fld>
            <a:endParaRPr lang="en-US"/>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13851205"/>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1BDDB7-A96E-2151-63B9-28A103D980D2}"/>
              </a:ext>
            </a:extLst>
          </p:cNvPr>
          <p:cNvSpPr/>
          <p:nvPr/>
        </p:nvSpPr>
        <p:spPr>
          <a:xfrm flipH="1">
            <a:off x="-5874" y="-2522"/>
            <a:ext cx="9926732"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9" name="Rectangle 8">
            <a:extLst>
              <a:ext uri="{FF2B5EF4-FFF2-40B4-BE49-F238E27FC236}">
                <a16:creationId xmlns:a16="http://schemas.microsoft.com/office/drawing/2014/main" id="{6DA992C5-451E-EC0E-D54A-B0AA21D57F04}"/>
              </a:ext>
            </a:extLst>
          </p:cNvPr>
          <p:cNvSpPr/>
          <p:nvPr/>
        </p:nvSpPr>
        <p:spPr>
          <a:xfrm>
            <a:off x="-5871" y="-5045"/>
            <a:ext cx="9926729"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0" name="Rectangle 9">
            <a:extLst>
              <a:ext uri="{FF2B5EF4-FFF2-40B4-BE49-F238E27FC236}">
                <a16:creationId xmlns:a16="http://schemas.microsoft.com/office/drawing/2014/main" id="{5A4914C5-E872-F937-694B-9226A87D21A6}"/>
              </a:ext>
            </a:extLst>
          </p:cNvPr>
          <p:cNvSpPr/>
          <p:nvPr/>
        </p:nvSpPr>
        <p:spPr>
          <a:xfrm rot="10800000" flipH="1">
            <a:off x="5871" y="-5045"/>
            <a:ext cx="9914986" cy="6863044"/>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1" name="Rectangle 10">
            <a:extLst>
              <a:ext uri="{FF2B5EF4-FFF2-40B4-BE49-F238E27FC236}">
                <a16:creationId xmlns:a16="http://schemas.microsoft.com/office/drawing/2014/main" id="{7B2BF5D5-EB9E-9501-6A32-C2BB4C8ED6A7}"/>
              </a:ext>
            </a:extLst>
          </p:cNvPr>
          <p:cNvSpPr/>
          <p:nvPr/>
        </p:nvSpPr>
        <p:spPr>
          <a:xfrm rot="5400000" flipH="1">
            <a:off x="3814492" y="-3820366"/>
            <a:ext cx="2286000" cy="9926730"/>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2" name="Oval 11">
            <a:extLst>
              <a:ext uri="{FF2B5EF4-FFF2-40B4-BE49-F238E27FC236}">
                <a16:creationId xmlns:a16="http://schemas.microsoft.com/office/drawing/2014/main" id="{90768E01-CF59-AC8E-6819-61512B528C04}"/>
              </a:ext>
            </a:extLst>
          </p:cNvPr>
          <p:cNvSpPr/>
          <p:nvPr/>
        </p:nvSpPr>
        <p:spPr>
          <a:xfrm rot="8431052" flipH="1">
            <a:off x="1140538" y="524809"/>
            <a:ext cx="4067175"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a:extLst>
              <a:ext uri="{FF2B5EF4-FFF2-40B4-BE49-F238E27FC236}">
                <a16:creationId xmlns:a16="http://schemas.microsoft.com/office/drawing/2014/main" id="{886865A1-AC73-67A9-BC14-E75D3F26BDE9}"/>
              </a:ext>
            </a:extLst>
          </p:cNvPr>
          <p:cNvSpPr/>
          <p:nvPr/>
        </p:nvSpPr>
        <p:spPr>
          <a:xfrm rot="16200000">
            <a:off x="-2197880" y="2183617"/>
            <a:ext cx="6860522" cy="2488238"/>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2971800" y="2807208"/>
            <a:ext cx="6211062" cy="3346704"/>
          </a:xfrm>
        </p:spPr>
        <p:txBody>
          <a:bodyPr anchor="t">
            <a:normAutofit/>
          </a:bodyPr>
          <a:lstStyle>
            <a:lvl1pPr>
              <a:lnSpc>
                <a:spcPct val="110000"/>
              </a:lnSpc>
              <a:defRPr sz="5400" cap="all" spc="700" baseline="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bg1"/>
                </a:solidFill>
              </a:defRPr>
            </a:lvl1pPr>
          </a:lstStyle>
          <a:p>
            <a:fld id="{18A3F06B-6751-4328-A64C-7E682DA41140}" type="datetime2">
              <a:rPr lang="en-US" smtClean="0"/>
              <a:t>Thursday, October 1, 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bg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248256616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2555FD-4C27-26F9-D396-F44BD2552350}"/>
              </a:ext>
            </a:extLst>
          </p:cNvPr>
          <p:cNvSpPr/>
          <p:nvPr/>
        </p:nvSpPr>
        <p:spPr>
          <a:xfrm flipH="1">
            <a:off x="0" y="0"/>
            <a:ext cx="9903524"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4" name="Rectangle 13">
            <a:extLst>
              <a:ext uri="{FF2B5EF4-FFF2-40B4-BE49-F238E27FC236}">
                <a16:creationId xmlns:a16="http://schemas.microsoft.com/office/drawing/2014/main" id="{114D9F56-D5FE-5416-E898-561CCD18E63E}"/>
              </a:ext>
            </a:extLst>
          </p:cNvPr>
          <p:cNvSpPr/>
          <p:nvPr/>
        </p:nvSpPr>
        <p:spPr>
          <a:xfrm>
            <a:off x="-5871" y="2522"/>
            <a:ext cx="9920864" cy="685547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5" name="Rectangle 14">
            <a:extLst>
              <a:ext uri="{FF2B5EF4-FFF2-40B4-BE49-F238E27FC236}">
                <a16:creationId xmlns:a16="http://schemas.microsoft.com/office/drawing/2014/main" id="{DCE312D2-549E-F681-7F68-B8AAD2F7696A}"/>
              </a:ext>
            </a:extLst>
          </p:cNvPr>
          <p:cNvSpPr/>
          <p:nvPr/>
        </p:nvSpPr>
        <p:spPr>
          <a:xfrm rot="10800000" flipH="1">
            <a:off x="311524" y="0"/>
            <a:ext cx="9609335" cy="6858000"/>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6" name="Rectangle 15">
            <a:extLst>
              <a:ext uri="{FF2B5EF4-FFF2-40B4-BE49-F238E27FC236}">
                <a16:creationId xmlns:a16="http://schemas.microsoft.com/office/drawing/2014/main" id="{5CC4FFFC-E214-3024-4ED7-32DAAA7A66E0}"/>
              </a:ext>
            </a:extLst>
          </p:cNvPr>
          <p:cNvSpPr/>
          <p:nvPr/>
        </p:nvSpPr>
        <p:spPr>
          <a:xfrm rot="5400000" flipH="1">
            <a:off x="3804128" y="-3810002"/>
            <a:ext cx="2286000" cy="9906001"/>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7" name="Rectangle 16">
            <a:extLst>
              <a:ext uri="{FF2B5EF4-FFF2-40B4-BE49-F238E27FC236}">
                <a16:creationId xmlns:a16="http://schemas.microsoft.com/office/drawing/2014/main" id="{963C23C4-6670-C4D3-CA25-EAF7EB91AC78}"/>
              </a:ext>
            </a:extLst>
          </p:cNvPr>
          <p:cNvSpPr/>
          <p:nvPr/>
        </p:nvSpPr>
        <p:spPr>
          <a:xfrm rot="10800000">
            <a:off x="2476" y="-5047"/>
            <a:ext cx="9903524" cy="6420678"/>
          </a:xfrm>
          <a:prstGeom prst="rect">
            <a:avLst/>
          </a:prstGeom>
          <a:gradFill>
            <a:gsLst>
              <a:gs pos="0">
                <a:srgbClr val="FA0036">
                  <a:alpha val="22000"/>
                </a:srgbClr>
              </a:gs>
              <a:gs pos="52000">
                <a:srgbClr val="FF907A">
                  <a:alpha val="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8" name="Oval 17">
            <a:extLst>
              <a:ext uri="{FF2B5EF4-FFF2-40B4-BE49-F238E27FC236}">
                <a16:creationId xmlns:a16="http://schemas.microsoft.com/office/drawing/2014/main" id="{FAF9AED1-BD83-3598-C1F0-DC7ED0150981}"/>
              </a:ext>
            </a:extLst>
          </p:cNvPr>
          <p:cNvSpPr/>
          <p:nvPr/>
        </p:nvSpPr>
        <p:spPr>
          <a:xfrm rot="20481594" flipH="1">
            <a:off x="5014951" y="626278"/>
            <a:ext cx="4067175" cy="5005754"/>
          </a:xfrm>
          <a:prstGeom prst="ellipse">
            <a:avLst/>
          </a:pr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594360" y="2596896"/>
            <a:ext cx="7258622" cy="3566160"/>
          </a:xfrm>
        </p:spPr>
        <p:txBody>
          <a:bodyPr anchor="b">
            <a:normAutofit/>
          </a:bodyPr>
          <a:lstStyle>
            <a:lvl1pPr>
              <a:lnSpc>
                <a:spcPct val="110000"/>
              </a:lnSpc>
              <a:defRPr sz="6000" cap="all" spc="700" baseline="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bg1"/>
                </a:solidFill>
              </a:defRPr>
            </a:lvl1pPr>
          </a:lstStyle>
          <a:p>
            <a:fld id="{CF9D34E2-F5B0-4166-BCAC-F99A4EBB0C26}" type="datetime2">
              <a:rPr lang="en-US" smtClean="0"/>
              <a:t>Thursday, October 1, 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bg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120078758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B5C5E01-6047-09D9-CA8C-ACF771ED4F5F}"/>
              </a:ext>
            </a:extLst>
          </p:cNvPr>
          <p:cNvSpPr/>
          <p:nvPr/>
        </p:nvSpPr>
        <p:spPr>
          <a:xfrm>
            <a:off x="-2" y="0"/>
            <a:ext cx="990600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extLst>
              <a:ext uri="{FF2B5EF4-FFF2-40B4-BE49-F238E27FC236}">
                <a16:creationId xmlns:a16="http://schemas.microsoft.com/office/drawing/2014/main" id="{A3735CD2-2790-A02E-C1A3-EB251A110779}"/>
              </a:ext>
            </a:extLst>
          </p:cNvPr>
          <p:cNvSpPr/>
          <p:nvPr/>
        </p:nvSpPr>
        <p:spPr>
          <a:xfrm flipH="1">
            <a:off x="-2" y="0"/>
            <a:ext cx="4953000" cy="6858000"/>
          </a:xfrm>
          <a:prstGeom prst="rect">
            <a:avLst/>
          </a:prstGeom>
          <a:gradFill>
            <a:gsLst>
              <a:gs pos="8000">
                <a:srgbClr val="FF907A"/>
              </a:gs>
              <a:gs pos="100000">
                <a:srgbClr val="DA002F">
                  <a:alpha val="88627"/>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C27BCFA5-D41F-08E8-0C59-3B6D1AE8FC85}"/>
              </a:ext>
            </a:extLst>
          </p:cNvPr>
          <p:cNvSpPr/>
          <p:nvPr/>
        </p:nvSpPr>
        <p:spPr>
          <a:xfrm flipH="1">
            <a:off x="0" y="17416"/>
            <a:ext cx="4117181" cy="6840156"/>
          </a:xfrm>
          <a:prstGeom prst="rect">
            <a:avLst/>
          </a:prstGeom>
          <a:gradFill>
            <a:gsLst>
              <a:gs pos="22000">
                <a:srgbClr val="FF5076">
                  <a:alpha val="0"/>
                </a:srgbClr>
              </a:gs>
              <a:gs pos="99000">
                <a:srgbClr val="92248E">
                  <a:alpha val="91765"/>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a:extLst>
              <a:ext uri="{FF2B5EF4-FFF2-40B4-BE49-F238E27FC236}">
                <a16:creationId xmlns:a16="http://schemas.microsoft.com/office/drawing/2014/main" id="{BE833A7D-2BA4-F824-376C-8607C290E93B}"/>
              </a:ext>
            </a:extLst>
          </p:cNvPr>
          <p:cNvSpPr/>
          <p:nvPr/>
        </p:nvSpPr>
        <p:spPr>
          <a:xfrm rot="5400000" flipH="1">
            <a:off x="-635360" y="1252228"/>
            <a:ext cx="6595192" cy="4581524"/>
          </a:xfrm>
          <a:prstGeom prst="rect">
            <a:avLst/>
          </a:prstGeom>
          <a:gradFill>
            <a:gsLst>
              <a:gs pos="2000">
                <a:srgbClr val="DA002F">
                  <a:alpha val="18824"/>
                </a:srgbClr>
              </a:gs>
              <a:gs pos="57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Oval 9">
            <a:extLst>
              <a:ext uri="{FF2B5EF4-FFF2-40B4-BE49-F238E27FC236}">
                <a16:creationId xmlns:a16="http://schemas.microsoft.com/office/drawing/2014/main" id="{DCFC381E-3DA3-22D7-F3CB-6FF3B17D6865}"/>
              </a:ext>
            </a:extLst>
          </p:cNvPr>
          <p:cNvSpPr/>
          <p:nvPr/>
        </p:nvSpPr>
        <p:spPr>
          <a:xfrm rot="12508972">
            <a:off x="529839" y="716188"/>
            <a:ext cx="4067175" cy="5005754"/>
          </a:xfrm>
          <a:prstGeom prst="ellipse">
            <a:avLst/>
          </a:prstGeom>
          <a:gradFill>
            <a:gsLst>
              <a:gs pos="31000">
                <a:srgbClr val="FF907A">
                  <a:alpha val="0"/>
                </a:srgbClr>
              </a:gs>
              <a:gs pos="85000">
                <a:srgbClr val="FFBCAF">
                  <a:alpha val="22745"/>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8655" y="2029968"/>
            <a:ext cx="3573590" cy="2825496"/>
          </a:xfrm>
        </p:spPr>
        <p:txBody>
          <a:bodyPr anchor="ctr">
            <a:normAutofit/>
          </a:bodyPr>
          <a:lstStyle>
            <a:lvl1pPr algn="ctr">
              <a:lnSpc>
                <a:spcPct val="110000"/>
              </a:lnSpc>
              <a:defRPr sz="4000" cap="all" spc="700" baseline="0">
                <a:solidFill>
                  <a:schemeClr val="bg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90997" y="584689"/>
            <a:ext cx="3670173" cy="5688623"/>
          </a:xfrm>
        </p:spPr>
        <p:txBody>
          <a:bodyPr vert="horz" lIns="91440" tIns="45720" rIns="91440" bIns="45720" rtlCol="0" anchor="ctr">
            <a:normAutofit/>
          </a:bodyPr>
          <a:lstStyle>
            <a:lvl1pPr marL="342900" indent="-342900">
              <a:buFont typeface="+mj-lt"/>
              <a:buAutoNum type="arabicPeriod"/>
              <a:defRPr lang="en-US" sz="1800"/>
            </a:lvl1pPr>
            <a:lvl2pPr marL="571500" indent="-342900">
              <a:buFont typeface="+mj-lt"/>
              <a:buAutoNum type="arabicPeriod"/>
              <a:defRPr sz="1600"/>
            </a:lvl2pPr>
            <a:lvl3pPr marL="800100" indent="-342900">
              <a:buFont typeface="+mj-lt"/>
              <a:buAutoNum type="arabicPeriod"/>
              <a:defRPr sz="1400"/>
            </a:lvl3pPr>
            <a:lvl4pPr>
              <a:buFont typeface="+mj-lt"/>
              <a:buAutoNum type="arabicPeriod"/>
              <a:defRPr sz="1400"/>
            </a:lvl4pPr>
            <a:lvl5pP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802FDF1D-424D-4F55-8CAE-9342A40AFD81}" type="datetime2">
              <a:rPr lang="en-US" smtClean="0"/>
              <a:t>Thursday, October 1, 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35739773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hot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E51A20-2748-7167-D322-21FEFCFAA880}"/>
              </a:ext>
            </a:extLst>
          </p:cNvPr>
          <p:cNvSpPr/>
          <p:nvPr/>
        </p:nvSpPr>
        <p:spPr>
          <a:xfrm>
            <a:off x="0" y="0"/>
            <a:ext cx="990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extLst>
              <a:ext uri="{FF2B5EF4-FFF2-40B4-BE49-F238E27FC236}">
                <a16:creationId xmlns:a16="http://schemas.microsoft.com/office/drawing/2014/main" id="{4CBB6C2A-5CA9-E68C-069E-E0E25559DCC0}"/>
              </a:ext>
            </a:extLst>
          </p:cNvPr>
          <p:cNvSpPr/>
          <p:nvPr/>
        </p:nvSpPr>
        <p:spPr>
          <a:xfrm flipH="1">
            <a:off x="-1" y="6408744"/>
            <a:ext cx="9905998" cy="449257"/>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extLst>
              <a:ext uri="{FF2B5EF4-FFF2-40B4-BE49-F238E27FC236}">
                <a16:creationId xmlns:a16="http://schemas.microsoft.com/office/drawing/2014/main" id="{1F80550C-DE5E-1065-0630-D03C188FDDD1}"/>
              </a:ext>
            </a:extLst>
          </p:cNvPr>
          <p:cNvSpPr/>
          <p:nvPr/>
        </p:nvSpPr>
        <p:spPr>
          <a:xfrm flipH="1">
            <a:off x="0" y="6408742"/>
            <a:ext cx="5104067" cy="449258"/>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757862" y="1014984"/>
            <a:ext cx="3647885" cy="1463040"/>
          </a:xfrm>
        </p:spPr>
        <p:txBody>
          <a:bodyPr anchor="t">
            <a:normAutofit/>
          </a:bodyPr>
          <a:lstStyle>
            <a:lvl1pPr>
              <a:defRPr sz="4000" cap="all" spc="700" baseline="0"/>
            </a:lvl1pPr>
          </a:lstStyle>
          <a:p>
            <a:r>
              <a:rPr lang="en-US" dirty="0"/>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5104067" cy="6411311"/>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757863" y="2633472"/>
            <a:ext cx="3655314" cy="2980944"/>
          </a:xfrm>
        </p:spPr>
        <p:txBody>
          <a:bodyPr anchor="b">
            <a:normAutofit/>
          </a:bodyPr>
          <a:lstStyle>
            <a:lvl1pPr marL="342900" indent="-342900">
              <a:buFont typeface="+mj-lt"/>
              <a:buAutoNum type="arabicPeriod"/>
              <a:defRPr sz="1800"/>
            </a:lvl1pPr>
            <a:lvl2pPr marL="571500" indent="-342900">
              <a:buFont typeface="+mj-lt"/>
              <a:buAutoNum type="arabicPeriod"/>
              <a:defRPr sz="1600"/>
            </a:lvl2pPr>
            <a:lvl3pPr marL="685800" indent="-228600">
              <a:buFont typeface="+mj-lt"/>
              <a:buAutoNum type="arabicPeriod"/>
              <a:defRPr sz="1400"/>
            </a:lvl3pPr>
            <a:lvl4pPr marL="914400" indent="-228600">
              <a:buFont typeface="+mj-lt"/>
              <a:buAutoNum type="arabicPeriod"/>
              <a:defRPr sz="1400"/>
            </a:lvl4pPr>
            <a:lvl5pPr marL="1143000" indent="-2286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111442" y="6455664"/>
            <a:ext cx="2890076" cy="365760"/>
          </a:xfrm>
        </p:spPr>
        <p:txBody>
          <a:bodyPr/>
          <a:lstStyle>
            <a:lvl1pPr>
              <a:defRPr>
                <a:solidFill>
                  <a:schemeClr val="bg1"/>
                </a:solidFill>
              </a:defRPr>
            </a:lvl1pPr>
          </a:lstStyle>
          <a:p>
            <a:r>
              <a:rPr lang="en-US"/>
              <a:t>Sample Footer Text</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A7019B1F-F9E0-40A8-8123-21681C0812EB}" type="datetime2">
              <a:rPr lang="en-US" smtClean="0"/>
              <a:t>Thursday, October 1, 2026</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1990345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Content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49FF914-ECFF-A4E1-AD86-108676B324D3}"/>
              </a:ext>
            </a:extLst>
          </p:cNvPr>
          <p:cNvSpPr/>
          <p:nvPr/>
        </p:nvSpPr>
        <p:spPr>
          <a:xfrm>
            <a:off x="0" y="0"/>
            <a:ext cx="990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E98606AF-234E-F01C-E350-3E326E5ABE30}"/>
              </a:ext>
            </a:extLst>
          </p:cNvPr>
          <p:cNvSpPr/>
          <p:nvPr/>
        </p:nvSpPr>
        <p:spPr>
          <a:xfrm>
            <a:off x="-9108" y="0"/>
            <a:ext cx="9915107" cy="1698952"/>
          </a:xfrm>
          <a:prstGeom prst="rect">
            <a:avLst/>
          </a:prstGeom>
          <a:gradFill>
            <a:gsLst>
              <a:gs pos="0">
                <a:srgbClr val="DA002F"/>
              </a:gs>
              <a:gs pos="100000">
                <a:srgbClr val="FF8463"/>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a:extLst>
              <a:ext uri="{FF2B5EF4-FFF2-40B4-BE49-F238E27FC236}">
                <a16:creationId xmlns:a16="http://schemas.microsoft.com/office/drawing/2014/main" id="{5FE6AE3A-A1C7-E9CA-615A-87942C8FD35D}"/>
              </a:ext>
            </a:extLst>
          </p:cNvPr>
          <p:cNvSpPr/>
          <p:nvPr/>
        </p:nvSpPr>
        <p:spPr>
          <a:xfrm>
            <a:off x="-9108" y="4200"/>
            <a:ext cx="6602789" cy="1694753"/>
          </a:xfrm>
          <a:prstGeom prst="rect">
            <a:avLst/>
          </a:prstGeom>
          <a:gradFill>
            <a:gsLst>
              <a:gs pos="37000">
                <a:srgbClr val="FF6C4F">
                  <a:alpha val="41961"/>
                </a:srgbClr>
              </a:gs>
              <a:gs pos="99000">
                <a:srgbClr val="DA002F">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9C082EBC-AF50-5C78-B731-0C4380660AF5}"/>
              </a:ext>
            </a:extLst>
          </p:cNvPr>
          <p:cNvSpPr/>
          <p:nvPr/>
        </p:nvSpPr>
        <p:spPr>
          <a:xfrm>
            <a:off x="4441" y="-6046"/>
            <a:ext cx="9910665" cy="1694753"/>
          </a:xfrm>
          <a:prstGeom prst="rect">
            <a:avLst/>
          </a:prstGeom>
          <a:gradFill>
            <a:gsLst>
              <a:gs pos="32000">
                <a:srgbClr val="D861D4">
                  <a:alpha val="0"/>
                </a:srgbClr>
              </a:gs>
              <a:gs pos="100000">
                <a:srgbClr val="93258E">
                  <a:alpha val="65882"/>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9534" y="347472"/>
            <a:ext cx="8023860" cy="1033272"/>
          </a:xfrm>
        </p:spPr>
        <p:txBody>
          <a:bodyPr anchor="ct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39534" y="2203704"/>
            <a:ext cx="8023860" cy="4067623"/>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11442" y="6455664"/>
            <a:ext cx="2890076" cy="365760"/>
          </a:xfrm>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326AF6F-B60F-4C18-B9AB-ED82420774C4}" type="datetime2">
              <a:rPr lang="en-US" smtClean="0"/>
              <a:t>Thursday, October 1,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162113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9533" y="2103120"/>
            <a:ext cx="3514154" cy="2454796"/>
          </a:xfrm>
        </p:spPr>
        <p:txBody>
          <a:bodyPr anchor="t">
            <a:normAutofit/>
          </a:bodyPr>
          <a:lstStyle>
            <a:lvl1pPr>
              <a:defRPr sz="44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097462" y="2103120"/>
            <a:ext cx="3514154" cy="2459736"/>
          </a:xfrm>
        </p:spPr>
        <p:txBody>
          <a:bodyPr vert="horz" lIns="91440" tIns="45720" rIns="91440" bIns="45720" rtlCol="0">
            <a:normAutofit/>
          </a:bodyPr>
          <a:lstStyle>
            <a:lvl1pPr marL="0" indent="0">
              <a:buNone/>
              <a:defRPr lang="en-US" sz="20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CF6005E-1485-423F-B5D4-36E24475CFEE}" type="datetime2">
              <a:rPr lang="en-US" smtClean="0"/>
              <a:t>Thursday, October 1,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624097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94360" y="1600200"/>
            <a:ext cx="3098102" cy="2999232"/>
          </a:xfrm>
        </p:spPr>
        <p:txBody>
          <a:bodyPr anchor="t">
            <a:normAutofit/>
          </a:bodyPr>
          <a:lstStyle>
            <a:lvl1pPr>
              <a:defRPr sz="32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640489" y="1600200"/>
            <a:ext cx="3975283" cy="365760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04E31E-DF49-445C-800F-5FFC1FA8170B}" type="datetime2">
              <a:rPr lang="en-US" smtClean="0"/>
              <a:t>Thursday, October 1,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390630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94360" y="1600200"/>
            <a:ext cx="2934653" cy="2999232"/>
          </a:xfrm>
        </p:spPr>
        <p:txBody>
          <a:bodyPr anchor="t">
            <a:normAutofit/>
          </a:bodyPr>
          <a:lstStyle>
            <a:lvl1pPr>
              <a:defRPr sz="32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115943" y="1600200"/>
            <a:ext cx="4985195" cy="4297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3541D06-5B5C-452D-81B5-D55337162AD4}" type="datetime2">
              <a:rPr lang="en-US" smtClean="0"/>
              <a:t>Thursday, October 1,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064145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94360" y="704088"/>
            <a:ext cx="2882646" cy="4965192"/>
          </a:xfrm>
        </p:spPr>
        <p:txBody>
          <a:bodyPr anchor="t">
            <a:normAutofit/>
          </a:bodyPr>
          <a:lstStyle>
            <a:lvl1pPr>
              <a:defRPr sz="3200"/>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115943" y="704088"/>
            <a:ext cx="5195697"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08F4B41-77D5-4516-9B41-E9168C96B23B}" type="datetime2">
              <a:rPr lang="en-US" smtClean="0"/>
              <a:t>Thursday, October 1,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106677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94360" y="704088"/>
            <a:ext cx="2370011" cy="2916936"/>
          </a:xfrm>
        </p:spPr>
        <p:txBody>
          <a:bodyPr anchor="t">
            <a:normAutofit/>
          </a:bodyPr>
          <a:lstStyle>
            <a:lvl1pPr>
              <a:defRPr sz="3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728259" y="704088"/>
            <a:ext cx="579501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1D37B679-27F6-4DEC-AE7E-AE12D4B5C168}" type="datetime2">
              <a:rPr lang="en-US" smtClean="0"/>
              <a:t>Thursday, October 1,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2366445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Content Photo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68DFF7-84C4-DA92-2628-88F515669E31}"/>
              </a:ext>
            </a:extLst>
          </p:cNvPr>
          <p:cNvSpPr/>
          <p:nvPr/>
        </p:nvSpPr>
        <p:spPr>
          <a:xfrm>
            <a:off x="0" y="0"/>
            <a:ext cx="990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a:extLst>
              <a:ext uri="{FF2B5EF4-FFF2-40B4-BE49-F238E27FC236}">
                <a16:creationId xmlns:a16="http://schemas.microsoft.com/office/drawing/2014/main" id="{E8358C6A-FFB7-7F91-94AA-423822AA8C38}"/>
              </a:ext>
            </a:extLst>
          </p:cNvPr>
          <p:cNvSpPr/>
          <p:nvPr/>
        </p:nvSpPr>
        <p:spPr>
          <a:xfrm flipH="1">
            <a:off x="0" y="6406116"/>
            <a:ext cx="9905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FF7B507E-31E7-16F8-CF5C-A1250BA873D8}"/>
              </a:ext>
            </a:extLst>
          </p:cNvPr>
          <p:cNvSpPr/>
          <p:nvPr/>
        </p:nvSpPr>
        <p:spPr>
          <a:xfrm flipH="1">
            <a:off x="6518233" y="6406116"/>
            <a:ext cx="3387765"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94360" y="475488"/>
            <a:ext cx="5200650" cy="1197864"/>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94360" y="1856232"/>
            <a:ext cx="5200650" cy="40050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33F47ADC-E381-68F6-8F09-4B69A1B92548}"/>
              </a:ext>
            </a:extLst>
          </p:cNvPr>
          <p:cNvSpPr>
            <a:spLocks noGrp="1"/>
          </p:cNvSpPr>
          <p:nvPr>
            <p:ph type="pic" sz="quarter" idx="15" hasCustomPrompt="1"/>
          </p:nvPr>
        </p:nvSpPr>
        <p:spPr>
          <a:xfrm>
            <a:off x="6518233" y="603504"/>
            <a:ext cx="2887514" cy="5202936"/>
          </a:xfrm>
          <a:blipFill>
            <a:blip r:embed="rId2">
              <a:alphaModFix amt="70000"/>
            </a:blip>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A318DFB-5F24-4AAB-A84B-D248D5DAC033}" type="datetime2">
              <a:rPr lang="en-US" smtClean="0"/>
              <a:t>Thursday, October 1,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5450102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Content Photo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371C36B-E56C-A499-1D3F-AC8DC09B0AE3}"/>
              </a:ext>
            </a:extLst>
          </p:cNvPr>
          <p:cNvSpPr/>
          <p:nvPr/>
        </p:nvSpPr>
        <p:spPr>
          <a:xfrm>
            <a:off x="0" y="0"/>
            <a:ext cx="990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a:extLst>
              <a:ext uri="{FF2B5EF4-FFF2-40B4-BE49-F238E27FC236}">
                <a16:creationId xmlns:a16="http://schemas.microsoft.com/office/drawing/2014/main" id="{7BC72D07-FB95-F16C-6535-C8AEB3ACAFA0}"/>
              </a:ext>
            </a:extLst>
          </p:cNvPr>
          <p:cNvSpPr/>
          <p:nvPr/>
        </p:nvSpPr>
        <p:spPr>
          <a:xfrm rot="10800000" flipH="1">
            <a:off x="0" y="6408316"/>
            <a:ext cx="9906000" cy="449684"/>
          </a:xfrm>
          <a:prstGeom prst="rect">
            <a:avLst/>
          </a:prstGeom>
          <a:gradFill>
            <a:gsLst>
              <a:gs pos="14000">
                <a:srgbClr val="FE4A00">
                  <a:alpha val="27843"/>
                </a:srgbClr>
              </a:gs>
              <a:gs pos="100000">
                <a:srgbClr val="DA002F">
                  <a:alpha val="84706"/>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a:extLst>
              <a:ext uri="{FF2B5EF4-FFF2-40B4-BE49-F238E27FC236}">
                <a16:creationId xmlns:a16="http://schemas.microsoft.com/office/drawing/2014/main" id="{2CAA119A-27E9-C86D-0929-AC7B5A35BD16}"/>
              </a:ext>
            </a:extLst>
          </p:cNvPr>
          <p:cNvSpPr/>
          <p:nvPr/>
        </p:nvSpPr>
        <p:spPr>
          <a:xfrm flipH="1">
            <a:off x="3093637" y="6408316"/>
            <a:ext cx="6812361" cy="449684"/>
          </a:xfrm>
          <a:prstGeom prst="rect">
            <a:avLst/>
          </a:prstGeom>
          <a:gradFill>
            <a:gsLst>
              <a:gs pos="9000">
                <a:srgbClr val="D861D4">
                  <a:alpha val="67843"/>
                </a:srgbClr>
              </a:gs>
              <a:gs pos="99000">
                <a:srgbClr val="92248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833622" y="310896"/>
            <a:ext cx="5572125" cy="923544"/>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1" name="Picture Placeholder 10">
            <a:extLst>
              <a:ext uri="{FF2B5EF4-FFF2-40B4-BE49-F238E27FC236}">
                <a16:creationId xmlns:a16="http://schemas.microsoft.com/office/drawing/2014/main" id="{B6DF379E-0D41-B503-1F7F-4E6B2B90CC41}"/>
              </a:ext>
            </a:extLst>
          </p:cNvPr>
          <p:cNvSpPr>
            <a:spLocks noGrp="1"/>
          </p:cNvSpPr>
          <p:nvPr>
            <p:ph type="pic" sz="quarter" idx="15" hasCustomPrompt="1"/>
          </p:nvPr>
        </p:nvSpPr>
        <p:spPr>
          <a:xfrm>
            <a:off x="490347" y="603504"/>
            <a:ext cx="2593957" cy="520293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833622" y="1380744"/>
            <a:ext cx="5572125" cy="46085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effectLst/>
              </a:defRPr>
            </a:lvl1pPr>
          </a:lstStyle>
          <a:p>
            <a:fld id="{71286253-1B6C-4476-BA10-7DFF05BDD8C1}" type="datetime2">
              <a:rPr lang="en-US" smtClean="0"/>
              <a:t>Thursday, October 1,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204893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Content Photo 3">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541EC5E-2E3A-29A5-7F01-3D098A93FA76}"/>
              </a:ext>
            </a:extLst>
          </p:cNvPr>
          <p:cNvSpPr/>
          <p:nvPr/>
        </p:nvSpPr>
        <p:spPr>
          <a:xfrm>
            <a:off x="0" y="0"/>
            <a:ext cx="990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a:extLst>
              <a:ext uri="{FF2B5EF4-FFF2-40B4-BE49-F238E27FC236}">
                <a16:creationId xmlns:a16="http://schemas.microsoft.com/office/drawing/2014/main" id="{FCDB1A6A-A82E-C28C-BC71-E59067A1D47F}"/>
              </a:ext>
            </a:extLst>
          </p:cNvPr>
          <p:cNvSpPr/>
          <p:nvPr/>
        </p:nvSpPr>
        <p:spPr>
          <a:xfrm flipH="1">
            <a:off x="0" y="6406116"/>
            <a:ext cx="9905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a:extLst>
              <a:ext uri="{FF2B5EF4-FFF2-40B4-BE49-F238E27FC236}">
                <a16:creationId xmlns:a16="http://schemas.microsoft.com/office/drawing/2014/main" id="{E2B683A0-4783-F398-8347-7EAF3DEE633C}"/>
              </a:ext>
            </a:extLst>
          </p:cNvPr>
          <p:cNvSpPr/>
          <p:nvPr/>
        </p:nvSpPr>
        <p:spPr>
          <a:xfrm flipH="1">
            <a:off x="6899039" y="6406116"/>
            <a:ext cx="3006960"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94360" y="312572"/>
            <a:ext cx="5572125" cy="923544"/>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94360" y="1380744"/>
            <a:ext cx="5572125" cy="46085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86917188-FC72-8B54-8EBD-7107C6956DBB}"/>
              </a:ext>
            </a:extLst>
          </p:cNvPr>
          <p:cNvSpPr>
            <a:spLocks noGrp="1"/>
          </p:cNvSpPr>
          <p:nvPr>
            <p:ph type="pic" sz="quarter" idx="15" hasCustomPrompt="1"/>
          </p:nvPr>
        </p:nvSpPr>
        <p:spPr>
          <a:xfrm>
            <a:off x="6899040" y="603504"/>
            <a:ext cx="2506706" cy="5202936"/>
          </a:xfrm>
          <a:blipFill>
            <a:blip r:embed="rId2">
              <a:alphaModFix amt="70000"/>
            </a:blip>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26721B-6321-48CC-A06F-4DC67D115E8F}" type="datetime2">
              <a:rPr lang="en-US" smtClean="0"/>
              <a:t>Thursday, October 1,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74928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Content Photo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00FDF4-E04E-45E3-73D7-9BD1BD2BCA87}"/>
              </a:ext>
            </a:extLst>
          </p:cNvPr>
          <p:cNvSpPr/>
          <p:nvPr/>
        </p:nvSpPr>
        <p:spPr>
          <a:xfrm>
            <a:off x="0" y="0"/>
            <a:ext cx="990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ectangle 6">
            <a:extLst>
              <a:ext uri="{FF2B5EF4-FFF2-40B4-BE49-F238E27FC236}">
                <a16:creationId xmlns:a16="http://schemas.microsoft.com/office/drawing/2014/main" id="{29DCA41D-9DCB-DD45-31CF-2ACE1D2C681B}"/>
              </a:ext>
            </a:extLst>
          </p:cNvPr>
          <p:cNvSpPr/>
          <p:nvPr/>
        </p:nvSpPr>
        <p:spPr>
          <a:xfrm rot="10800000" flipH="1">
            <a:off x="0" y="6400798"/>
            <a:ext cx="9906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a:extLst>
              <a:ext uri="{FF2B5EF4-FFF2-40B4-BE49-F238E27FC236}">
                <a16:creationId xmlns:a16="http://schemas.microsoft.com/office/drawing/2014/main" id="{C21F0C67-B5B9-BA90-0D30-7132F7490891}"/>
              </a:ext>
            </a:extLst>
          </p:cNvPr>
          <p:cNvSpPr/>
          <p:nvPr/>
        </p:nvSpPr>
        <p:spPr>
          <a:xfrm flipH="1">
            <a:off x="4263448" y="6400799"/>
            <a:ext cx="5642550"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00053" y="475488"/>
            <a:ext cx="4420553" cy="1197864"/>
          </a:xfrm>
        </p:spPr>
        <p:txBody>
          <a:bodyPr anchor="b"/>
          <a:lstStyle/>
          <a:p>
            <a:r>
              <a:rPr lang="en-US" dirty="0"/>
              <a:t>Click to edit Master title style</a:t>
            </a:r>
          </a:p>
        </p:txBody>
      </p:sp>
      <p:sp>
        <p:nvSpPr>
          <p:cNvPr id="16" name="Footer Placeholder 15">
            <a:extLst>
              <a:ext uri="{FF2B5EF4-FFF2-40B4-BE49-F238E27FC236}">
                <a16:creationId xmlns:a16="http://schemas.microsoft.com/office/drawing/2014/main" id="{4567FAE1-288E-FD4A-3F64-DC3B7101D933}"/>
              </a:ext>
            </a:extLst>
          </p:cNvPr>
          <p:cNvSpPr>
            <a:spLocks noGrp="1"/>
          </p:cNvSpPr>
          <p:nvPr>
            <p:ph type="ftr" sz="quarter" idx="17"/>
          </p:nvPr>
        </p:nvSpPr>
        <p:spPr/>
        <p:txBody>
          <a:bodyPr/>
          <a:lstStyle/>
          <a:p>
            <a:r>
              <a:rPr lang="en-US"/>
              <a:t>Sample Footer Text</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490347" y="603504"/>
            <a:ext cx="3773101" cy="520293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000053" y="1856232"/>
            <a:ext cx="4420553" cy="40050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Date Placeholder 14">
            <a:extLst>
              <a:ext uri="{FF2B5EF4-FFF2-40B4-BE49-F238E27FC236}">
                <a16:creationId xmlns:a16="http://schemas.microsoft.com/office/drawing/2014/main" id="{35913992-B8EA-FD20-FD4D-5B72B7A440D1}"/>
              </a:ext>
            </a:extLst>
          </p:cNvPr>
          <p:cNvSpPr>
            <a:spLocks noGrp="1"/>
          </p:cNvSpPr>
          <p:nvPr>
            <p:ph type="dt" sz="half" idx="16"/>
          </p:nvPr>
        </p:nvSpPr>
        <p:spPr/>
        <p:txBody>
          <a:bodyPr/>
          <a:lstStyle/>
          <a:p>
            <a:fld id="{CD5DF956-88B4-4B11-B70D-3316C48FAF0D}" type="datetime2">
              <a:rPr lang="en-US" smtClean="0"/>
              <a:t>Thursday, October 1, 2026</a:t>
            </a:fld>
            <a:endParaRPr lang="en-US"/>
          </a:p>
        </p:txBody>
      </p:sp>
      <p:sp>
        <p:nvSpPr>
          <p:cNvPr id="17" name="Slide Number Placeholder 16">
            <a:extLst>
              <a:ext uri="{FF2B5EF4-FFF2-40B4-BE49-F238E27FC236}">
                <a16:creationId xmlns:a16="http://schemas.microsoft.com/office/drawing/2014/main" id="{D5201357-21DD-EA1C-08A2-FA2DAB225074}"/>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4458750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Content Photo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8205052-C3B6-6D2C-A5A8-3EFDF993E71B}"/>
              </a:ext>
            </a:extLst>
          </p:cNvPr>
          <p:cNvSpPr/>
          <p:nvPr/>
        </p:nvSpPr>
        <p:spPr>
          <a:xfrm>
            <a:off x="0" y="0"/>
            <a:ext cx="990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a16="http://schemas.microsoft.com/office/drawing/2014/main" id="{981E3123-7D9E-2A08-F196-CDF340945D9D}"/>
              </a:ext>
            </a:extLst>
          </p:cNvPr>
          <p:cNvSpPr/>
          <p:nvPr/>
        </p:nvSpPr>
        <p:spPr>
          <a:xfrm rot="10800000" flipH="1">
            <a:off x="0" y="6400798"/>
            <a:ext cx="9906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extLst>
              <a:ext uri="{FF2B5EF4-FFF2-40B4-BE49-F238E27FC236}">
                <a16:creationId xmlns:a16="http://schemas.microsoft.com/office/drawing/2014/main" id="{7FF22AD7-5E04-F73B-69E6-5FA92F998C90}"/>
              </a:ext>
            </a:extLst>
          </p:cNvPr>
          <p:cNvSpPr/>
          <p:nvPr/>
        </p:nvSpPr>
        <p:spPr>
          <a:xfrm flipH="1">
            <a:off x="5918750" y="6400799"/>
            <a:ext cx="3987248"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41973" y="475488"/>
            <a:ext cx="2763774" cy="1197864"/>
          </a:xfrm>
        </p:spPr>
        <p:txBody>
          <a:bodyPr anchor="b"/>
          <a:lstStyle/>
          <a:p>
            <a:r>
              <a:rPr lang="en-US" dirty="0"/>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490347" y="603504"/>
            <a:ext cx="5428403" cy="520293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641973" y="1856232"/>
            <a:ext cx="2763774"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9AB004D8-8BA8-480E-9129-E735C18CC49D}" type="datetime2">
              <a:rPr lang="en-US" smtClean="0"/>
              <a:t>Thursday, October 1,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926505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Content Photo 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F18C7C-1969-9C01-D038-301F240DE5F0}"/>
              </a:ext>
            </a:extLst>
          </p:cNvPr>
          <p:cNvSpPr/>
          <p:nvPr/>
        </p:nvSpPr>
        <p:spPr>
          <a:xfrm>
            <a:off x="0" y="0"/>
            <a:ext cx="990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a16="http://schemas.microsoft.com/office/drawing/2014/main" id="{5B92EA85-E779-E444-F045-AF74D3205F21}"/>
              </a:ext>
            </a:extLst>
          </p:cNvPr>
          <p:cNvSpPr/>
          <p:nvPr/>
        </p:nvSpPr>
        <p:spPr>
          <a:xfrm flipH="1">
            <a:off x="0" y="6406116"/>
            <a:ext cx="9905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extLst>
              <a:ext uri="{FF2B5EF4-FFF2-40B4-BE49-F238E27FC236}">
                <a16:creationId xmlns:a16="http://schemas.microsoft.com/office/drawing/2014/main" id="{DBB930F6-9FDA-0841-96E2-360254453D93}"/>
              </a:ext>
            </a:extLst>
          </p:cNvPr>
          <p:cNvSpPr/>
          <p:nvPr/>
        </p:nvSpPr>
        <p:spPr>
          <a:xfrm flipH="1">
            <a:off x="6144477" y="6406116"/>
            <a:ext cx="3761521"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0065" y="704087"/>
            <a:ext cx="2362581" cy="2377440"/>
          </a:xfrm>
        </p:spPr>
        <p:txBody>
          <a:bodyPr anchor="t"/>
          <a:lstStyle/>
          <a:p>
            <a:r>
              <a:rPr lang="en-US" dirty="0"/>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268980" y="704088"/>
            <a:ext cx="2310575" cy="51114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6144479" y="0"/>
            <a:ext cx="3761521" cy="6409944"/>
          </a:xfrm>
          <a:blipFill>
            <a:blip r:embed="rId2">
              <a:alphaModFix amt="70000"/>
            </a:blip>
            <a:stretch>
              <a:fillRect/>
            </a:stretch>
          </a:blipFill>
        </p:spPr>
        <p:txBody>
          <a:bodyPr/>
          <a:lstStyle>
            <a:lvl1pPr marL="0" indent="0">
              <a:buNone/>
              <a:defRPr/>
            </a:lvl1pPr>
          </a:lstStyle>
          <a:p>
            <a:r>
              <a:rPr lang="en-US" dirty="0"/>
              <a:t>.</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D4A58DCA-69A1-40C7-8F11-9BD47CD4C934}" type="datetime2">
              <a:rPr lang="en-US" smtClean="0"/>
              <a:t>Thursday, October 1,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1640078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Content Photo 7">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EF18C7C-1969-9C01-D038-301F240DE5F0}"/>
              </a:ext>
            </a:extLst>
          </p:cNvPr>
          <p:cNvSpPr/>
          <p:nvPr/>
        </p:nvSpPr>
        <p:spPr>
          <a:xfrm>
            <a:off x="0" y="0"/>
            <a:ext cx="990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a16="http://schemas.microsoft.com/office/drawing/2014/main" id="{5B92EA85-E779-E444-F045-AF74D3205F21}"/>
              </a:ext>
            </a:extLst>
          </p:cNvPr>
          <p:cNvSpPr/>
          <p:nvPr/>
        </p:nvSpPr>
        <p:spPr>
          <a:xfrm flipH="1">
            <a:off x="0" y="6406116"/>
            <a:ext cx="9905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extLst>
              <a:ext uri="{FF2B5EF4-FFF2-40B4-BE49-F238E27FC236}">
                <a16:creationId xmlns:a16="http://schemas.microsoft.com/office/drawing/2014/main" id="{DBB930F6-9FDA-0841-96E2-360254453D93}"/>
              </a:ext>
            </a:extLst>
          </p:cNvPr>
          <p:cNvSpPr/>
          <p:nvPr/>
        </p:nvSpPr>
        <p:spPr>
          <a:xfrm flipH="1">
            <a:off x="6748462" y="6406116"/>
            <a:ext cx="315753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0065" y="704088"/>
            <a:ext cx="2362581" cy="2377440"/>
          </a:xfrm>
        </p:spPr>
        <p:txBody>
          <a:bodyPr anchor="t"/>
          <a:lstStyle/>
          <a:p>
            <a:r>
              <a:rPr lang="en-US" dirty="0"/>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268980" y="704088"/>
            <a:ext cx="3068384" cy="534770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6748462" y="0"/>
            <a:ext cx="3157538" cy="6406116"/>
          </a:xfrm>
          <a:blipFill>
            <a:blip r:embed="rId2">
              <a:alphaModFix amt="70000"/>
            </a:blip>
            <a:stretch>
              <a:fillRect/>
            </a:stretch>
          </a:blipFill>
        </p:spPr>
        <p:txBody>
          <a:bodyPr/>
          <a:lstStyle>
            <a:lvl1pPr marL="0" indent="0">
              <a:buNone/>
              <a:defRPr/>
            </a:lvl1pPr>
          </a:lstStyle>
          <a:p>
            <a:r>
              <a:rPr lang="en-US" dirty="0"/>
              <a:t>.</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33DFD5A6-3F5B-4C93-83C0-9BE650DA7164}" type="datetime2">
              <a:rPr lang="en-US" smtClean="0"/>
              <a:t>Thursday, October 1, 2026</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5046462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Photo 8">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270C72-937F-4EEB-59FB-6FC29DF45701}"/>
              </a:ext>
            </a:extLst>
          </p:cNvPr>
          <p:cNvSpPr/>
          <p:nvPr/>
        </p:nvSpPr>
        <p:spPr>
          <a:xfrm>
            <a:off x="0" y="0"/>
            <a:ext cx="990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extLst>
              <a:ext uri="{FF2B5EF4-FFF2-40B4-BE49-F238E27FC236}">
                <a16:creationId xmlns:a16="http://schemas.microsoft.com/office/drawing/2014/main" id="{4DBABC61-0C94-EB2C-729D-13A2A74C04A2}"/>
              </a:ext>
            </a:extLst>
          </p:cNvPr>
          <p:cNvSpPr/>
          <p:nvPr/>
        </p:nvSpPr>
        <p:spPr>
          <a:xfrm flipH="1">
            <a:off x="0" y="6406116"/>
            <a:ext cx="9905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extLst>
              <a:ext uri="{FF2B5EF4-FFF2-40B4-BE49-F238E27FC236}">
                <a16:creationId xmlns:a16="http://schemas.microsoft.com/office/drawing/2014/main" id="{1FF3E17B-3D55-4567-37F8-1842ADBFD144}"/>
              </a:ext>
            </a:extLst>
          </p:cNvPr>
          <p:cNvSpPr/>
          <p:nvPr/>
        </p:nvSpPr>
        <p:spPr>
          <a:xfrm flipH="1">
            <a:off x="4086225" y="6406116"/>
            <a:ext cx="5819773"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94360" y="923544"/>
            <a:ext cx="3120390" cy="2505456"/>
          </a:xfrm>
        </p:spPr>
        <p:txBody>
          <a:bodyPr anchor="b"/>
          <a:lstStyle>
            <a:lvl1pPr algn="r">
              <a:defRPr/>
            </a:lvl1pPr>
          </a:lstStyle>
          <a:p>
            <a:r>
              <a:rPr lang="en-US" dirty="0"/>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4115943" y="0"/>
            <a:ext cx="4985195" cy="3291840"/>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86225" y="3511296"/>
            <a:ext cx="5014913" cy="260628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CDFE0BFE-5A09-4B35-B85E-8253DEA6CAA6}" type="datetime2">
              <a:rPr lang="en-US" smtClean="0"/>
              <a:t>Thursday, October 1, 2026</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5530612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Content Photo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2016717-EA73-3C76-64BF-8AA29BC563AE}"/>
              </a:ext>
            </a:extLst>
          </p:cNvPr>
          <p:cNvSpPr/>
          <p:nvPr/>
        </p:nvSpPr>
        <p:spPr>
          <a:xfrm>
            <a:off x="0" y="0"/>
            <a:ext cx="990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extLst>
              <a:ext uri="{FF2B5EF4-FFF2-40B4-BE49-F238E27FC236}">
                <a16:creationId xmlns:a16="http://schemas.microsoft.com/office/drawing/2014/main" id="{30460BC6-378A-8F4F-1D44-FA6677F92D4E}"/>
              </a:ext>
            </a:extLst>
          </p:cNvPr>
          <p:cNvSpPr/>
          <p:nvPr/>
        </p:nvSpPr>
        <p:spPr>
          <a:xfrm flipH="1">
            <a:off x="0" y="6406116"/>
            <a:ext cx="9905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extLst>
              <a:ext uri="{FF2B5EF4-FFF2-40B4-BE49-F238E27FC236}">
                <a16:creationId xmlns:a16="http://schemas.microsoft.com/office/drawing/2014/main" id="{A4AC97FE-4F82-FCF7-08CC-137F322BADB5}"/>
              </a:ext>
            </a:extLst>
          </p:cNvPr>
          <p:cNvSpPr/>
          <p:nvPr/>
        </p:nvSpPr>
        <p:spPr>
          <a:xfrm flipH="1">
            <a:off x="4086225" y="6406116"/>
            <a:ext cx="5819773"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 y="932688"/>
            <a:ext cx="2756345" cy="3182112"/>
          </a:xfrm>
        </p:spPr>
        <p:txBody>
          <a:bodyPr anchor="b"/>
          <a:lstStyle>
            <a:lvl1pPr algn="r">
              <a:defRPr/>
            </a:lvl1pPr>
          </a:lstStyle>
          <a:p>
            <a:r>
              <a:rPr lang="en-US" dirty="0"/>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4115943" y="0"/>
            <a:ext cx="4985195" cy="3959352"/>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86225" y="4206240"/>
            <a:ext cx="5014913" cy="164592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E451324D-67C5-4E93-BC3F-7AE321E5F6D8}" type="datetime2">
              <a:rPr lang="en-US" smtClean="0"/>
              <a:t>Thursday, October 1, 2026</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6383035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Content Photo 1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E51A20-2748-7167-D322-21FEFCFAA880}"/>
              </a:ext>
            </a:extLst>
          </p:cNvPr>
          <p:cNvSpPr/>
          <p:nvPr/>
        </p:nvSpPr>
        <p:spPr>
          <a:xfrm>
            <a:off x="0" y="0"/>
            <a:ext cx="990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extLst>
              <a:ext uri="{FF2B5EF4-FFF2-40B4-BE49-F238E27FC236}">
                <a16:creationId xmlns:a16="http://schemas.microsoft.com/office/drawing/2014/main" id="{4CBB6C2A-5CA9-E68C-069E-E0E25559DCC0}"/>
              </a:ext>
            </a:extLst>
          </p:cNvPr>
          <p:cNvSpPr/>
          <p:nvPr/>
        </p:nvSpPr>
        <p:spPr>
          <a:xfrm flipH="1">
            <a:off x="-1" y="6408742"/>
            <a:ext cx="9905998" cy="449259"/>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extLst>
              <a:ext uri="{FF2B5EF4-FFF2-40B4-BE49-F238E27FC236}">
                <a16:creationId xmlns:a16="http://schemas.microsoft.com/office/drawing/2014/main" id="{1F80550C-DE5E-1065-0630-D03C188FDDD1}"/>
              </a:ext>
            </a:extLst>
          </p:cNvPr>
          <p:cNvSpPr/>
          <p:nvPr/>
        </p:nvSpPr>
        <p:spPr>
          <a:xfrm flipH="1">
            <a:off x="-1" y="6408314"/>
            <a:ext cx="6324498" cy="449686"/>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53415" y="832104"/>
            <a:ext cx="2659761" cy="1947672"/>
          </a:xfrm>
        </p:spPr>
        <p:txBody>
          <a:bodyPr anchor="b"/>
          <a:lstStyle/>
          <a:p>
            <a:r>
              <a:rPr lang="en-US" dirty="0"/>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1" y="-1"/>
            <a:ext cx="6324499" cy="6411311"/>
          </a:xfrm>
          <a:blipFill>
            <a:blip r:embed="rId2">
              <a:alphaModFix amt="70000"/>
            </a:blip>
            <a:stretch>
              <a:fillRect/>
            </a:stretch>
          </a:blipFill>
        </p:spPr>
        <p:txBody>
          <a:bodyPr/>
          <a:lstStyle>
            <a:lvl1pPr marL="0" indent="0">
              <a:buNone/>
              <a:defRPr/>
            </a:lvl1pPr>
          </a:lstStyle>
          <a:p>
            <a:r>
              <a:rPr lang="en-US" dirty="0"/>
              <a:t>.</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54483" y="6455664"/>
            <a:ext cx="289007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753415" y="2852928"/>
            <a:ext cx="2659761"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59639FB1-C416-4550-8B7F-818DCA7584C4}" type="datetime2">
              <a:rPr lang="en-US" smtClean="0"/>
              <a:t>Thursday, October 1, 2026</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8337468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Content Photo 1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471F3A-3E6D-0DF1-74AB-CC9D04CFAEEB}"/>
              </a:ext>
            </a:extLst>
          </p:cNvPr>
          <p:cNvSpPr/>
          <p:nvPr/>
        </p:nvSpPr>
        <p:spPr>
          <a:xfrm>
            <a:off x="0" y="0"/>
            <a:ext cx="990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a:extLst>
              <a:ext uri="{FF2B5EF4-FFF2-40B4-BE49-F238E27FC236}">
                <a16:creationId xmlns:a16="http://schemas.microsoft.com/office/drawing/2014/main" id="{4CBED10C-5619-54D2-5D2D-E5D0A3E26E93}"/>
              </a:ext>
            </a:extLst>
          </p:cNvPr>
          <p:cNvSpPr/>
          <p:nvPr/>
        </p:nvSpPr>
        <p:spPr>
          <a:xfrm rot="10800000" flipH="1">
            <a:off x="0" y="6400798"/>
            <a:ext cx="9906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AF596777-297F-86C7-883A-2CA5E5F7CD86}"/>
              </a:ext>
            </a:extLst>
          </p:cNvPr>
          <p:cNvSpPr/>
          <p:nvPr/>
        </p:nvSpPr>
        <p:spPr>
          <a:xfrm flipH="1">
            <a:off x="5003811" y="6400799"/>
            <a:ext cx="4902186"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94360" y="512064"/>
            <a:ext cx="8811387" cy="1170432"/>
          </a:xfrm>
        </p:spPr>
        <p:txBody>
          <a:bodyPr anchor="b"/>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BC6A79F2-1363-2482-D116-A2760202AE87}"/>
              </a:ext>
            </a:extLst>
          </p:cNvPr>
          <p:cNvSpPr>
            <a:spLocks noGrp="1"/>
          </p:cNvSpPr>
          <p:nvPr>
            <p:ph type="pic" sz="quarter" idx="15" hasCustomPrompt="1"/>
          </p:nvPr>
        </p:nvSpPr>
        <p:spPr>
          <a:xfrm>
            <a:off x="594360" y="1984248"/>
            <a:ext cx="5048964" cy="3879839"/>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256217" y="1984249"/>
            <a:ext cx="3149531" cy="3879839"/>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3DAA390-4D48-496D-9CF9-AA47EC8054B6}" type="datetime2">
              <a:rPr lang="en-US" smtClean="0"/>
              <a:t>Thursday, October 1,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928472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Content Photo 1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E99FD1-4C4F-942E-5C24-C7F30C3E1065}"/>
              </a:ext>
            </a:extLst>
          </p:cNvPr>
          <p:cNvSpPr/>
          <p:nvPr/>
        </p:nvSpPr>
        <p:spPr>
          <a:xfrm>
            <a:off x="0" y="0"/>
            <a:ext cx="990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a:extLst>
              <a:ext uri="{FF2B5EF4-FFF2-40B4-BE49-F238E27FC236}">
                <a16:creationId xmlns:a16="http://schemas.microsoft.com/office/drawing/2014/main" id="{A2093A5D-CF9E-656F-6E4D-BBE26617BBEC}"/>
              </a:ext>
            </a:extLst>
          </p:cNvPr>
          <p:cNvSpPr/>
          <p:nvPr/>
        </p:nvSpPr>
        <p:spPr>
          <a:xfrm rot="10800000" flipH="1">
            <a:off x="0" y="6400798"/>
            <a:ext cx="9906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07D037C8-31EA-E42D-7880-3FC907A897D8}"/>
              </a:ext>
            </a:extLst>
          </p:cNvPr>
          <p:cNvSpPr/>
          <p:nvPr/>
        </p:nvSpPr>
        <p:spPr>
          <a:xfrm flipH="1">
            <a:off x="3559552" y="6400799"/>
            <a:ext cx="6346445"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94360" y="3886200"/>
            <a:ext cx="2965193" cy="2048256"/>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DC72D447-6660-458A-13D3-C4FF07038659}"/>
              </a:ext>
            </a:extLst>
          </p:cNvPr>
          <p:cNvSpPr>
            <a:spLocks noGrp="1"/>
          </p:cNvSpPr>
          <p:nvPr>
            <p:ph type="pic" sz="quarter" idx="15" hasCustomPrompt="1"/>
          </p:nvPr>
        </p:nvSpPr>
        <p:spPr>
          <a:xfrm>
            <a:off x="594358" y="0"/>
            <a:ext cx="2860358" cy="3648456"/>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182808" y="704088"/>
            <a:ext cx="5222939" cy="5230368"/>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63F89BF-AB4A-41EB-BD3C-EE6397432347}" type="datetime2">
              <a:rPr lang="en-US" smtClean="0"/>
              <a:t>Thursday, October 1,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06175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Content Photo 1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75F419-3BE9-4269-E538-DB069E0C3295}"/>
              </a:ext>
            </a:extLst>
          </p:cNvPr>
          <p:cNvSpPr/>
          <p:nvPr/>
        </p:nvSpPr>
        <p:spPr>
          <a:xfrm>
            <a:off x="0" y="0"/>
            <a:ext cx="990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a:extLst>
              <a:ext uri="{FF2B5EF4-FFF2-40B4-BE49-F238E27FC236}">
                <a16:creationId xmlns:a16="http://schemas.microsoft.com/office/drawing/2014/main" id="{7FEA2F20-DFC9-8EAE-10DC-BC89113C2D4F}"/>
              </a:ext>
            </a:extLst>
          </p:cNvPr>
          <p:cNvSpPr/>
          <p:nvPr/>
        </p:nvSpPr>
        <p:spPr>
          <a:xfrm rot="10800000" flipH="1">
            <a:off x="0" y="6400798"/>
            <a:ext cx="9906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0B4C5968-63F8-AF79-49F2-4D9E9C22DD6B}"/>
              </a:ext>
            </a:extLst>
          </p:cNvPr>
          <p:cNvSpPr/>
          <p:nvPr/>
        </p:nvSpPr>
        <p:spPr>
          <a:xfrm flipH="1">
            <a:off x="2946785" y="6400799"/>
            <a:ext cx="6959212"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94360" y="704088"/>
            <a:ext cx="2352425" cy="1581912"/>
          </a:xfrm>
        </p:spPr>
        <p:txBody>
          <a:bodyPr anchor="t">
            <a:normAutofit/>
          </a:bodyPr>
          <a:lstStyle>
            <a:lvl1pPr>
              <a:defRPr sz="32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4A3F22A9-E31A-48F3-DD64-8A1764532472}"/>
              </a:ext>
            </a:extLst>
          </p:cNvPr>
          <p:cNvSpPr>
            <a:spLocks noGrp="1"/>
          </p:cNvSpPr>
          <p:nvPr>
            <p:ph type="pic" sz="quarter" idx="15" hasCustomPrompt="1"/>
          </p:nvPr>
        </p:nvSpPr>
        <p:spPr>
          <a:xfrm>
            <a:off x="594360" y="2368296"/>
            <a:ext cx="2265998" cy="3429000"/>
          </a:xfrm>
          <a:blipFill>
            <a:blip r:embed="rId2">
              <a:alphaModFix amt="7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618166" y="704088"/>
            <a:ext cx="5787581" cy="51755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31C1CA1-E6E1-4903-A39F-729F30B73A81}" type="datetime2">
              <a:rPr lang="en-US" smtClean="0"/>
              <a:t>Thursday, October 1,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3234544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034161-664F-95F7-2318-8455D39DC535}"/>
              </a:ext>
            </a:extLst>
          </p:cNvPr>
          <p:cNvSpPr/>
          <p:nvPr/>
        </p:nvSpPr>
        <p:spPr>
          <a:xfrm>
            <a:off x="0" y="0"/>
            <a:ext cx="9906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9" name="Group 8">
            <a:extLst>
              <a:ext uri="{FF2B5EF4-FFF2-40B4-BE49-F238E27FC236}">
                <a16:creationId xmlns:a16="http://schemas.microsoft.com/office/drawing/2014/main" id="{02F5F8B4-8FF0-1254-0A5B-CC22084F6C2D}"/>
              </a:ext>
            </a:extLst>
          </p:cNvPr>
          <p:cNvGrpSpPr/>
          <p:nvPr/>
        </p:nvGrpSpPr>
        <p:grpSpPr>
          <a:xfrm flipH="1" flipV="1">
            <a:off x="-10364" y="2522"/>
            <a:ext cx="9926729" cy="6863044"/>
            <a:chOff x="585170" y="-169430"/>
            <a:chExt cx="12217513" cy="6863044"/>
          </a:xfrm>
        </p:grpSpPr>
        <p:sp>
          <p:nvSpPr>
            <p:cNvPr id="10" name="Rectangle 9">
              <a:extLst>
                <a:ext uri="{FF2B5EF4-FFF2-40B4-BE49-F238E27FC236}">
                  <a16:creationId xmlns:a16="http://schemas.microsoft.com/office/drawing/2014/main" id="{5B4E1ECA-F93C-A483-C4F1-29C42597B7D2}"/>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1" name="Rectangle 10">
              <a:extLst>
                <a:ext uri="{FF2B5EF4-FFF2-40B4-BE49-F238E27FC236}">
                  <a16:creationId xmlns:a16="http://schemas.microsoft.com/office/drawing/2014/main" id="{7C06865F-89CC-BE15-EAA2-7DE6517391D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2" name="Rectangle 11">
              <a:extLst>
                <a:ext uri="{FF2B5EF4-FFF2-40B4-BE49-F238E27FC236}">
                  <a16:creationId xmlns:a16="http://schemas.microsoft.com/office/drawing/2014/main" id="{CEAFE0B0-2261-5CA7-AE61-EDC374B643E3}"/>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3" name="Rectangle 12">
              <a:extLst>
                <a:ext uri="{FF2B5EF4-FFF2-40B4-BE49-F238E27FC236}">
                  <a16:creationId xmlns:a16="http://schemas.microsoft.com/office/drawing/2014/main" id="{F7AA7DB0-DE62-3BEE-FB72-481649D63F9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grpSp>
      <p:sp>
        <p:nvSpPr>
          <p:cNvPr id="14" name="Rectangle 13">
            <a:extLst>
              <a:ext uri="{FF2B5EF4-FFF2-40B4-BE49-F238E27FC236}">
                <a16:creationId xmlns:a16="http://schemas.microsoft.com/office/drawing/2014/main" id="{B3FCEE29-6799-F2C5-729F-491AE62D49D7}"/>
              </a:ext>
            </a:extLst>
          </p:cNvPr>
          <p:cNvSpPr/>
          <p:nvPr/>
        </p:nvSpPr>
        <p:spPr>
          <a:xfrm>
            <a:off x="-14858" y="4719145"/>
            <a:ext cx="9929844" cy="21489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861822" y="4974336"/>
            <a:ext cx="8477060" cy="1444752"/>
          </a:xfrm>
        </p:spPr>
        <p:txBody>
          <a:bodyPr anchor="ctr">
            <a:normAutofit/>
          </a:bodyPr>
          <a:lstStyle>
            <a:lvl1pPr algn="ctr">
              <a:lnSpc>
                <a:spcPct val="120000"/>
              </a:lnSpc>
              <a:defRPr sz="2800" b="0" cap="all" spc="300" baseline="0">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861822" y="704088"/>
            <a:ext cx="8662797" cy="3849624"/>
          </a:xfrm>
        </p:spPr>
        <p:txBody>
          <a:bodyPr anchor="b">
            <a:normAutofit/>
          </a:bodyPr>
          <a:lstStyle>
            <a:lvl1pPr marL="0" indent="0" algn="ctr">
              <a:buNone/>
              <a:defRPr sz="27000" b="1">
                <a:solidFill>
                  <a:schemeClr val="bg1"/>
                </a:solidFill>
                <a:latin typeface="+mj-lt"/>
              </a:defRPr>
            </a:lvl1pPr>
          </a:lstStyle>
          <a:p>
            <a:pPr lvl="0"/>
            <a:r>
              <a:rPr lang="en-US" dirty="0"/>
              <a:t>##%</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tx1"/>
                </a:solidFill>
              </a:defRPr>
            </a:lvl1pPr>
          </a:lstStyle>
          <a:p>
            <a:fld id="{09D80555-5AA0-4039-B1D1-43225C709886}" type="datetime2">
              <a:rPr lang="en-US" smtClean="0"/>
              <a:t>Thursday, October 1, 2026</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8011256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0BB2D57-DDE5-A73E-9F8B-DA3ACB699FFB}"/>
              </a:ext>
            </a:extLst>
          </p:cNvPr>
          <p:cNvSpPr/>
          <p:nvPr/>
        </p:nvSpPr>
        <p:spPr>
          <a:xfrm>
            <a:off x="0" y="0"/>
            <a:ext cx="9906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5" name="Rectangle 14">
            <a:extLst>
              <a:ext uri="{FF2B5EF4-FFF2-40B4-BE49-F238E27FC236}">
                <a16:creationId xmlns:a16="http://schemas.microsoft.com/office/drawing/2014/main" id="{F366F834-30C7-711B-1DA9-E85C7CC17F11}"/>
              </a:ext>
            </a:extLst>
          </p:cNvPr>
          <p:cNvSpPr/>
          <p:nvPr/>
        </p:nvSpPr>
        <p:spPr>
          <a:xfrm flipH="1">
            <a:off x="14858" y="-2522"/>
            <a:ext cx="9906000" cy="6865568"/>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6" name="Rectangle 15">
            <a:extLst>
              <a:ext uri="{FF2B5EF4-FFF2-40B4-BE49-F238E27FC236}">
                <a16:creationId xmlns:a16="http://schemas.microsoft.com/office/drawing/2014/main" id="{5766A7B6-C07F-DDF6-2DA7-A25316E3DB49}"/>
              </a:ext>
            </a:extLst>
          </p:cNvPr>
          <p:cNvSpPr/>
          <p:nvPr/>
        </p:nvSpPr>
        <p:spPr>
          <a:xfrm>
            <a:off x="-5871" y="-5045"/>
            <a:ext cx="9926729" cy="6868091"/>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7" name="Rectangle 16">
            <a:extLst>
              <a:ext uri="{FF2B5EF4-FFF2-40B4-BE49-F238E27FC236}">
                <a16:creationId xmlns:a16="http://schemas.microsoft.com/office/drawing/2014/main" id="{D61767CC-CF27-DF8F-8449-932B71E7F814}"/>
              </a:ext>
            </a:extLst>
          </p:cNvPr>
          <p:cNvSpPr/>
          <p:nvPr/>
        </p:nvSpPr>
        <p:spPr>
          <a:xfrm rot="10800000" flipH="1">
            <a:off x="348948" y="-5045"/>
            <a:ext cx="9577781"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8" name="Rectangle 17">
            <a:extLst>
              <a:ext uri="{FF2B5EF4-FFF2-40B4-BE49-F238E27FC236}">
                <a16:creationId xmlns:a16="http://schemas.microsoft.com/office/drawing/2014/main" id="{FCDF59EC-E66B-10C0-FD29-4F5A7C07CC05}"/>
              </a:ext>
            </a:extLst>
          </p:cNvPr>
          <p:cNvSpPr/>
          <p:nvPr/>
        </p:nvSpPr>
        <p:spPr>
          <a:xfrm rot="5400000" flipH="1">
            <a:off x="3814492" y="-3820366"/>
            <a:ext cx="2286000" cy="9926730"/>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9" name="Rectangle 18">
            <a:extLst>
              <a:ext uri="{FF2B5EF4-FFF2-40B4-BE49-F238E27FC236}">
                <a16:creationId xmlns:a16="http://schemas.microsoft.com/office/drawing/2014/main" id="{014A4547-53B1-493D-CE90-DA2AB946D64A}"/>
              </a:ext>
            </a:extLst>
          </p:cNvPr>
          <p:cNvSpPr/>
          <p:nvPr/>
        </p:nvSpPr>
        <p:spPr>
          <a:xfrm rot="16200000">
            <a:off x="-1374606" y="1368735"/>
            <a:ext cx="6860522" cy="4123056"/>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1671638" y="4809744"/>
            <a:ext cx="6627114" cy="1545336"/>
          </a:xfrm>
        </p:spPr>
        <p:txBody>
          <a:bodyPr anchor="t">
            <a:normAutofit/>
          </a:bodyPr>
          <a:lstStyle>
            <a:lvl1pPr algn="ctr">
              <a:lnSpc>
                <a:spcPct val="120000"/>
              </a:lnSpc>
              <a:defRPr sz="2800" b="0" cap="all" spc="300" baseline="0">
                <a:solidFill>
                  <a:schemeClr val="bg1"/>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668655" y="603504"/>
            <a:ext cx="8566214" cy="4114800"/>
          </a:xfrm>
        </p:spPr>
        <p:txBody>
          <a:bodyPr anchor="b">
            <a:normAutofit/>
          </a:bodyPr>
          <a:lstStyle>
            <a:lvl1pPr marL="0" indent="0" algn="ctr">
              <a:buNone/>
              <a:defRPr sz="25000" b="1">
                <a:solidFill>
                  <a:schemeClr val="bg1"/>
                </a:solidFill>
                <a:latin typeface="+mj-lt"/>
              </a:defRPr>
            </a:lvl1pPr>
          </a:lstStyle>
          <a:p>
            <a:pPr lvl="0"/>
            <a:r>
              <a:rPr lang="en-US" dirty="0"/>
              <a:t>##%</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A3282FB1-48E5-4F0A-9E9C-35DF3C629227}" type="datetime2">
              <a:rPr lang="en-US" smtClean="0"/>
              <a:t>Thursday, October 1, 2026</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3129018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594360" y="4809744"/>
            <a:ext cx="4792028" cy="1353312"/>
          </a:xfrm>
        </p:spPr>
        <p:txBody>
          <a:bodyPr vert="horz" lIns="91440" tIns="45720" rIns="91440" bIns="45720" rtlCol="0" anchor="t">
            <a:normAutofit/>
          </a:bodyPr>
          <a:lstStyle>
            <a:lvl1pPr>
              <a:lnSpc>
                <a:spcPct val="120000"/>
              </a:lnSpc>
              <a:defRPr lang="en-US" sz="2800" b="0" dirty="0">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594360" y="603504"/>
            <a:ext cx="8826246" cy="4206240"/>
          </a:xfrm>
        </p:spPr>
        <p:txBody>
          <a:bodyPr vert="horz" lIns="91440" tIns="45720" rIns="91440" bIns="45720" rtlCol="0" anchor="b">
            <a:normAutofit/>
          </a:bodyPr>
          <a:lstStyle>
            <a:lvl1pPr marL="0" indent="0">
              <a:buNone/>
              <a:defRPr lang="en-US" sz="27800" b="1" dirty="0">
                <a:latin typeface="+mj-lt"/>
              </a:defRPr>
            </a:lvl1pPr>
          </a:lstStyle>
          <a:p>
            <a:pPr lvl="0"/>
            <a:r>
              <a:rPr lang="en-US" dirty="0"/>
              <a:t>##%</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E0149A69-19C1-4748-AF82-9FE4A85BF936}" type="datetime2">
              <a:rPr lang="en-US" smtClean="0"/>
              <a:t>Thursday, October 1, 2026</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4122446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AFD00E-68E4-2C52-ADE7-B3CCEEF5D30D}"/>
              </a:ext>
            </a:extLst>
          </p:cNvPr>
          <p:cNvSpPr/>
          <p:nvPr/>
        </p:nvSpPr>
        <p:spPr>
          <a:xfrm>
            <a:off x="0" y="0"/>
            <a:ext cx="9906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a:extLst>
              <a:ext uri="{FF2B5EF4-FFF2-40B4-BE49-F238E27FC236}">
                <a16:creationId xmlns:a16="http://schemas.microsoft.com/office/drawing/2014/main" id="{0FA70C64-A82F-539E-FA22-E9EDFA88F0CB}"/>
              </a:ext>
            </a:extLst>
          </p:cNvPr>
          <p:cNvSpPr/>
          <p:nvPr/>
        </p:nvSpPr>
        <p:spPr>
          <a:xfrm flipH="1">
            <a:off x="-1" y="0"/>
            <a:ext cx="2499539"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A5B51035-B1FE-075C-1780-50D3B30B2326}"/>
              </a:ext>
            </a:extLst>
          </p:cNvPr>
          <p:cNvSpPr/>
          <p:nvPr/>
        </p:nvSpPr>
        <p:spPr>
          <a:xfrm flipH="1">
            <a:off x="-4" y="-1"/>
            <a:ext cx="2499538"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a:extLst>
              <a:ext uri="{FF2B5EF4-FFF2-40B4-BE49-F238E27FC236}">
                <a16:creationId xmlns:a16="http://schemas.microsoft.com/office/drawing/2014/main" id="{1B1594AB-F53B-583B-B352-D96F6BEA3EAE}"/>
              </a:ext>
            </a:extLst>
          </p:cNvPr>
          <p:cNvSpPr/>
          <p:nvPr/>
        </p:nvSpPr>
        <p:spPr>
          <a:xfrm rot="5400000" flipH="1">
            <a:off x="-2179241" y="2179231"/>
            <a:ext cx="6858001" cy="2499538"/>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Freeform: Shape 13">
            <a:extLst>
              <a:ext uri="{FF2B5EF4-FFF2-40B4-BE49-F238E27FC236}">
                <a16:creationId xmlns:a16="http://schemas.microsoft.com/office/drawing/2014/main" id="{516DC94B-3BDB-1A55-CF02-E0ACF543DF06}"/>
              </a:ext>
            </a:extLst>
          </p:cNvPr>
          <p:cNvSpPr/>
          <p:nvPr/>
        </p:nvSpPr>
        <p:spPr>
          <a:xfrm rot="10800000">
            <a:off x="-20" y="875999"/>
            <a:ext cx="2120025" cy="4648800"/>
          </a:xfrm>
          <a:custGeom>
            <a:avLst/>
            <a:gdLst>
              <a:gd name="connsiteX0" fmla="*/ 2324400 w 2609262"/>
              <a:gd name="connsiteY0" fmla="*/ 4648800 h 4648800"/>
              <a:gd name="connsiteX1" fmla="*/ 0 w 2609262"/>
              <a:gd name="connsiteY1" fmla="*/ 2324400 h 4648800"/>
              <a:gd name="connsiteX2" fmla="*/ 2324400 w 2609262"/>
              <a:gd name="connsiteY2" fmla="*/ 0 h 4648800"/>
              <a:gd name="connsiteX3" fmla="*/ 2562056 w 2609262"/>
              <a:gd name="connsiteY3" fmla="*/ 12001 h 4648800"/>
              <a:gd name="connsiteX4" fmla="*/ 2609262 w 2609262"/>
              <a:gd name="connsiteY4" fmla="*/ 19205 h 4648800"/>
              <a:gd name="connsiteX5" fmla="*/ 2609262 w 2609262"/>
              <a:gd name="connsiteY5" fmla="*/ 4629595 h 4648800"/>
              <a:gd name="connsiteX6" fmla="*/ 2562056 w 2609262"/>
              <a:gd name="connsiteY6" fmla="*/ 4636799 h 4648800"/>
              <a:gd name="connsiteX7" fmla="*/ 2324400 w 2609262"/>
              <a:gd name="connsiteY7" fmla="*/ 4648800 h 464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9262" h="4648800">
                <a:moveTo>
                  <a:pt x="2324400" y="4648800"/>
                </a:moveTo>
                <a:cubicBezTo>
                  <a:pt x="1040669" y="4648800"/>
                  <a:pt x="0" y="3608131"/>
                  <a:pt x="0" y="2324400"/>
                </a:cubicBezTo>
                <a:cubicBezTo>
                  <a:pt x="0" y="1040669"/>
                  <a:pt x="1040669" y="0"/>
                  <a:pt x="2324400" y="0"/>
                </a:cubicBezTo>
                <a:cubicBezTo>
                  <a:pt x="2404633" y="0"/>
                  <a:pt x="2483917" y="4065"/>
                  <a:pt x="2562056" y="12001"/>
                </a:cubicBezTo>
                <a:lnTo>
                  <a:pt x="2609262" y="19205"/>
                </a:lnTo>
                <a:lnTo>
                  <a:pt x="2609262" y="4629595"/>
                </a:lnTo>
                <a:lnTo>
                  <a:pt x="2562056" y="4636799"/>
                </a:lnTo>
                <a:cubicBezTo>
                  <a:pt x="2483917" y="4644735"/>
                  <a:pt x="2404633" y="4648800"/>
                  <a:pt x="2324400" y="4648800"/>
                </a:cubicBezTo>
                <a:close/>
              </a:path>
            </a:pathLst>
          </a:cu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497776" y="-1133856"/>
            <a:ext cx="8655368" cy="91440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66685" y="731520"/>
            <a:ext cx="5520204" cy="5559552"/>
          </a:xfrm>
        </p:spPr>
        <p:txBody>
          <a:bodyPr anchor="ctr">
            <a:normAutofit/>
          </a:bodyPr>
          <a:lstStyle>
            <a:lvl1pPr marL="0" indent="0">
              <a:lnSpc>
                <a:spcPct val="100000"/>
              </a:lnSpc>
              <a:buNone/>
              <a:defRPr sz="4800" b="1">
                <a:latin typeface="+mj-lt"/>
              </a:defRPr>
            </a:lvl1pPr>
            <a:lvl2pPr marL="228600" indent="0">
              <a:lnSpc>
                <a:spcPct val="100000"/>
              </a:lnSpc>
              <a:buNone/>
              <a:defRPr sz="4400" b="1">
                <a:latin typeface="+mj-lt"/>
              </a:defRPr>
            </a:lvl2pPr>
            <a:lvl3pPr marL="457200" indent="0">
              <a:lnSpc>
                <a:spcPct val="100000"/>
              </a:lnSpc>
              <a:buNone/>
              <a:defRPr sz="4000" b="1">
                <a:latin typeface="+mj-lt"/>
              </a:defRPr>
            </a:lvl3pPr>
            <a:lvl4pPr marL="685800" indent="0">
              <a:lnSpc>
                <a:spcPct val="100000"/>
              </a:lnSpc>
              <a:buNone/>
              <a:defRPr sz="3600" b="1">
                <a:latin typeface="+mj-lt"/>
              </a:defRPr>
            </a:lvl4pPr>
            <a:lvl5pPr marL="914400" indent="0">
              <a:lnSpc>
                <a:spcPct val="100000"/>
              </a:lnSpc>
              <a:buNone/>
              <a:defRPr sz="3200" b="1">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775528E2-81C6-40A8-BAF0-0F7E271EAAEB}" type="datetime2">
              <a:rPr lang="en-US" smtClean="0"/>
              <a:t>Thursday, October 1,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623024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497776" y="-1133856"/>
            <a:ext cx="8655368" cy="91440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4360" y="978408"/>
            <a:ext cx="8269034" cy="4837176"/>
          </a:xfrm>
        </p:spPr>
        <p:txBody>
          <a:bodyPr anchor="b">
            <a:normAutofit/>
          </a:bodyPr>
          <a:lstStyle>
            <a:lvl1pPr marL="0" indent="0">
              <a:lnSpc>
                <a:spcPct val="110000"/>
              </a:lnSpc>
              <a:buNone/>
              <a:defRPr sz="4800" b="1" cap="none" spc="100" baseline="0">
                <a:latin typeface="+mj-lt"/>
              </a:defRPr>
            </a:lvl1pPr>
            <a:lvl2pPr marL="228600" indent="0">
              <a:lnSpc>
                <a:spcPct val="110000"/>
              </a:lnSpc>
              <a:buNone/>
              <a:defRPr sz="4000" b="1" cap="none" spc="100" baseline="0">
                <a:latin typeface="+mj-lt"/>
              </a:defRPr>
            </a:lvl2pPr>
            <a:lvl3pPr marL="457200" indent="0">
              <a:lnSpc>
                <a:spcPct val="110000"/>
              </a:lnSpc>
              <a:buNone/>
              <a:defRPr sz="3600" b="1" cap="none" spc="100" baseline="0">
                <a:latin typeface="+mj-lt"/>
              </a:defRPr>
            </a:lvl3pPr>
            <a:lvl4pPr marL="685800" indent="0">
              <a:lnSpc>
                <a:spcPct val="110000"/>
              </a:lnSpc>
              <a:buNone/>
              <a:defRPr sz="3200" b="1" cap="none" spc="100" baseline="0">
                <a:latin typeface="+mj-lt"/>
              </a:defRPr>
            </a:lvl4pPr>
            <a:lvl5pPr marL="914400" indent="0">
              <a:lnSpc>
                <a:spcPct val="110000"/>
              </a:lnSpc>
              <a:buNone/>
              <a:defRPr sz="2800" b="1" cap="none" spc="100" baseline="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EFC605F-F3B5-44D1-B7F6-31C6B11C8978}" type="datetime2">
              <a:rPr lang="en-US" smtClean="0"/>
              <a:t>Thursday, October 1,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99633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09A4D1-63C5-2E23-5C6B-F8AF94782183}"/>
              </a:ext>
            </a:extLst>
          </p:cNvPr>
          <p:cNvSpPr/>
          <p:nvPr/>
        </p:nvSpPr>
        <p:spPr>
          <a:xfrm>
            <a:off x="0" y="0"/>
            <a:ext cx="9906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8" name="Group 7">
            <a:extLst>
              <a:ext uri="{FF2B5EF4-FFF2-40B4-BE49-F238E27FC236}">
                <a16:creationId xmlns:a16="http://schemas.microsoft.com/office/drawing/2014/main" id="{42070271-1317-4457-72C3-9560AF9D7416}"/>
              </a:ext>
            </a:extLst>
          </p:cNvPr>
          <p:cNvGrpSpPr/>
          <p:nvPr/>
        </p:nvGrpSpPr>
        <p:grpSpPr>
          <a:xfrm flipH="1" flipV="1">
            <a:off x="-10364" y="2522"/>
            <a:ext cx="9926729" cy="6863044"/>
            <a:chOff x="585170" y="-169430"/>
            <a:chExt cx="12217513" cy="6863044"/>
          </a:xfrm>
        </p:grpSpPr>
        <p:sp>
          <p:nvSpPr>
            <p:cNvPr id="9" name="Rectangle 8">
              <a:extLst>
                <a:ext uri="{FF2B5EF4-FFF2-40B4-BE49-F238E27FC236}">
                  <a16:creationId xmlns:a16="http://schemas.microsoft.com/office/drawing/2014/main" id="{A3EA2358-7C35-E7F3-E8C3-3D28909E4016}"/>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0" name="Rectangle 9">
              <a:extLst>
                <a:ext uri="{FF2B5EF4-FFF2-40B4-BE49-F238E27FC236}">
                  <a16:creationId xmlns:a16="http://schemas.microsoft.com/office/drawing/2014/main" id="{8E347F1A-F45E-1DB5-00F2-8254D6979D4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1" name="Rectangle 10">
              <a:extLst>
                <a:ext uri="{FF2B5EF4-FFF2-40B4-BE49-F238E27FC236}">
                  <a16:creationId xmlns:a16="http://schemas.microsoft.com/office/drawing/2014/main" id="{B4CF8B62-DFD0-EBF8-5BB9-282EB5B6124B}"/>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2" name="Rectangle 11">
              <a:extLst>
                <a:ext uri="{FF2B5EF4-FFF2-40B4-BE49-F238E27FC236}">
                  <a16:creationId xmlns:a16="http://schemas.microsoft.com/office/drawing/2014/main" id="{3EBCED88-F67D-F1DB-27DB-72BF0D6DDBF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grpSp>
      <p:sp>
        <p:nvSpPr>
          <p:cNvPr id="14" name="Freeform: Shape 13">
            <a:extLst>
              <a:ext uri="{FF2B5EF4-FFF2-40B4-BE49-F238E27FC236}">
                <a16:creationId xmlns:a16="http://schemas.microsoft.com/office/drawing/2014/main" id="{D6EBBFD2-5112-E929-5402-0348DC2938AB}"/>
              </a:ext>
            </a:extLst>
          </p:cNvPr>
          <p:cNvSpPr/>
          <p:nvPr/>
        </p:nvSpPr>
        <p:spPr>
          <a:xfrm rot="12508972">
            <a:off x="4440479" y="1877619"/>
            <a:ext cx="4054494"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13" name="Rectangle 12">
            <a:extLst>
              <a:ext uri="{FF2B5EF4-FFF2-40B4-BE49-F238E27FC236}">
                <a16:creationId xmlns:a16="http://schemas.microsoft.com/office/drawing/2014/main" id="{7069311F-FD36-C119-8B93-522F477634FB}"/>
              </a:ext>
            </a:extLst>
          </p:cNvPr>
          <p:cNvSpPr/>
          <p:nvPr/>
        </p:nvSpPr>
        <p:spPr>
          <a:xfrm flipV="1">
            <a:off x="-14858" y="-5046"/>
            <a:ext cx="9929844" cy="5094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497776" y="-1133856"/>
            <a:ext cx="8655368" cy="91440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4359" y="731521"/>
            <a:ext cx="7459745" cy="3806425"/>
          </a:xfrm>
        </p:spPr>
        <p:txBody>
          <a:bodyPr anchor="t">
            <a:normAutofit/>
          </a:bodyPr>
          <a:lstStyle>
            <a:lvl1pPr marL="0" indent="0">
              <a:lnSpc>
                <a:spcPct val="110000"/>
              </a:lnSpc>
              <a:buNone/>
              <a:defRPr sz="4600" b="1" cap="none" spc="100" baseline="0">
                <a:latin typeface="+mj-lt"/>
              </a:defRPr>
            </a:lvl1pPr>
            <a:lvl2pPr marL="228600" indent="0">
              <a:lnSpc>
                <a:spcPct val="110000"/>
              </a:lnSpc>
              <a:buNone/>
              <a:defRPr sz="3600" b="1" cap="none" spc="100" baseline="0">
                <a:latin typeface="+mj-lt"/>
              </a:defRPr>
            </a:lvl2pPr>
            <a:lvl3pPr marL="457200" indent="0">
              <a:lnSpc>
                <a:spcPct val="110000"/>
              </a:lnSpc>
              <a:buNone/>
              <a:defRPr sz="3200" b="1" cap="none" spc="100" baseline="0">
                <a:latin typeface="+mj-lt"/>
              </a:defRPr>
            </a:lvl3pPr>
            <a:lvl4pPr marL="685800" indent="0">
              <a:lnSpc>
                <a:spcPct val="110000"/>
              </a:lnSpc>
              <a:buNone/>
              <a:defRPr sz="2800" b="1" cap="none" spc="100" baseline="0">
                <a:latin typeface="+mj-lt"/>
              </a:defRPr>
            </a:lvl4pPr>
            <a:lvl5pPr marL="914400" indent="0">
              <a:lnSpc>
                <a:spcPct val="110000"/>
              </a:lnSpc>
              <a:buNone/>
              <a:defRPr sz="2400" b="1" cap="none" spc="100" baseline="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154D5DB-B0AB-4B30-B4E2-CD0D5A147634}" type="datetime2">
              <a:rPr lang="en-US" smtClean="0"/>
              <a:t>Thursday, October 1, 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0841169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C6A6A9-A341-BF9D-FA80-3868D42AC72B}"/>
              </a:ext>
            </a:extLst>
          </p:cNvPr>
          <p:cNvSpPr/>
          <p:nvPr/>
        </p:nvSpPr>
        <p:spPr>
          <a:xfrm>
            <a:off x="0" y="0"/>
            <a:ext cx="990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a:extLst>
              <a:ext uri="{FF2B5EF4-FFF2-40B4-BE49-F238E27FC236}">
                <a16:creationId xmlns:a16="http://schemas.microsoft.com/office/drawing/2014/main" id="{0C59BFB5-5C25-0FCB-27C7-A478767CACAC}"/>
              </a:ext>
            </a:extLst>
          </p:cNvPr>
          <p:cNvSpPr/>
          <p:nvPr/>
        </p:nvSpPr>
        <p:spPr>
          <a:xfrm>
            <a:off x="820341" y="1028701"/>
            <a:ext cx="8265319" cy="48005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9BB5F22C-2988-B6EC-AA0B-D03BCA1A0B45}"/>
              </a:ext>
            </a:extLst>
          </p:cNvPr>
          <p:cNvSpPr/>
          <p:nvPr/>
        </p:nvSpPr>
        <p:spPr>
          <a:xfrm rot="10800000" flipH="1">
            <a:off x="820341" y="4853254"/>
            <a:ext cx="8265319" cy="976045"/>
          </a:xfrm>
          <a:prstGeom prst="rect">
            <a:avLst/>
          </a:prstGeom>
          <a:gradFill>
            <a:gsLst>
              <a:gs pos="0">
                <a:srgbClr val="FE4A00">
                  <a:alpha val="66667"/>
                </a:srgbClr>
              </a:gs>
              <a:gs pos="100000">
                <a:srgbClr val="9C2C97"/>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1" name="Rectangle 10">
            <a:extLst>
              <a:ext uri="{FF2B5EF4-FFF2-40B4-BE49-F238E27FC236}">
                <a16:creationId xmlns:a16="http://schemas.microsoft.com/office/drawing/2014/main" id="{F509EC5E-5DB0-5907-06E8-B18F1AE29144}"/>
              </a:ext>
            </a:extLst>
          </p:cNvPr>
          <p:cNvSpPr/>
          <p:nvPr/>
        </p:nvSpPr>
        <p:spPr>
          <a:xfrm flipH="1">
            <a:off x="820339" y="4853257"/>
            <a:ext cx="5773342" cy="976043"/>
          </a:xfrm>
          <a:prstGeom prst="rect">
            <a:avLst/>
          </a:prstGeom>
          <a:gradFill>
            <a:gsLst>
              <a:gs pos="0">
                <a:srgbClr val="FF6753">
                  <a:alpha val="0"/>
                </a:srgbClr>
              </a:gs>
              <a:gs pos="99000">
                <a:srgbClr val="D6002E">
                  <a:alpha val="44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218438" y="5020056"/>
            <a:ext cx="7474077" cy="649224"/>
          </a:xfrm>
        </p:spPr>
        <p:txBody>
          <a:bodyPr anchor="ctr">
            <a:normAutofit/>
          </a:bodyPr>
          <a:lstStyle>
            <a:lvl1pPr algn="ctr">
              <a:lnSpc>
                <a:spcPct val="120000"/>
              </a:lnSpc>
              <a:defRPr sz="1600" b="1" cap="all" spc="400" baseline="0">
                <a:solidFill>
                  <a:schemeClr val="bg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641920" y="1737360"/>
            <a:ext cx="6627114" cy="2569464"/>
          </a:xfrm>
        </p:spPr>
        <p:txBody>
          <a:bodyPr anchor="ctr">
            <a:normAutofit/>
          </a:bodyPr>
          <a:lstStyle>
            <a:lvl1pPr marL="0" indent="0" algn="ctr">
              <a:lnSpc>
                <a:spcPct val="110000"/>
              </a:lnSpc>
              <a:buNone/>
              <a:defRPr sz="3500">
                <a:latin typeface="+mj-lt"/>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D579EA1B-07C3-4F43-B7BA-72BA44EE9757}" type="datetime2">
              <a:rPr lang="en-US" smtClean="0"/>
              <a:t>Thursday, October 1, 2026</a:t>
            </a:fld>
            <a:endParaRPr lang="en-US" dirty="0"/>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7231297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F513F4-C880-287E-B00A-BD9B413CBEEB}"/>
              </a:ext>
            </a:extLst>
          </p:cNvPr>
          <p:cNvSpPr/>
          <p:nvPr/>
        </p:nvSpPr>
        <p:spPr>
          <a:xfrm>
            <a:off x="0" y="0"/>
            <a:ext cx="9906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4" name="Rectangle 3">
            <a:extLst>
              <a:ext uri="{FF2B5EF4-FFF2-40B4-BE49-F238E27FC236}">
                <a16:creationId xmlns:a16="http://schemas.microsoft.com/office/drawing/2014/main" id="{9B08A6AB-C3A8-7501-6BC6-83CFA6C0F9A3}"/>
              </a:ext>
            </a:extLst>
          </p:cNvPr>
          <p:cNvSpPr/>
          <p:nvPr/>
        </p:nvSpPr>
        <p:spPr>
          <a:xfrm>
            <a:off x="820341" y="1028699"/>
            <a:ext cx="8265324" cy="480060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extLst>
              <a:ext uri="{FF2B5EF4-FFF2-40B4-BE49-F238E27FC236}">
                <a16:creationId xmlns:a16="http://schemas.microsoft.com/office/drawing/2014/main" id="{673F9668-0C20-D45C-536B-66FBB7F30C45}"/>
              </a:ext>
            </a:extLst>
          </p:cNvPr>
          <p:cNvSpPr/>
          <p:nvPr/>
        </p:nvSpPr>
        <p:spPr>
          <a:xfrm flipH="1">
            <a:off x="820340" y="1028699"/>
            <a:ext cx="8266809" cy="4800598"/>
          </a:xfrm>
          <a:prstGeom prst="rect">
            <a:avLst/>
          </a:prstGeom>
          <a:gradFill>
            <a:gsLst>
              <a:gs pos="9000">
                <a:srgbClr val="FF9265"/>
              </a:gs>
              <a:gs pos="95000">
                <a:srgbClr val="DA002F">
                  <a:alpha val="79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extLst>
              <a:ext uri="{FF2B5EF4-FFF2-40B4-BE49-F238E27FC236}">
                <a16:creationId xmlns:a16="http://schemas.microsoft.com/office/drawing/2014/main" id="{18C2C855-B15C-090B-5493-3D36B8A52654}"/>
              </a:ext>
            </a:extLst>
          </p:cNvPr>
          <p:cNvSpPr/>
          <p:nvPr/>
        </p:nvSpPr>
        <p:spPr>
          <a:xfrm rot="10800000" flipH="1">
            <a:off x="817368" y="4421080"/>
            <a:ext cx="8268291" cy="1408215"/>
          </a:xfrm>
          <a:prstGeom prst="rect">
            <a:avLst/>
          </a:prstGeom>
          <a:gradFill>
            <a:gsLst>
              <a:gs pos="26000">
                <a:srgbClr val="BA0267">
                  <a:alpha val="0"/>
                </a:srgbClr>
              </a:gs>
              <a:gs pos="95000">
                <a:srgbClr val="9B3597">
                  <a:alpha val="62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a:extLst>
              <a:ext uri="{FF2B5EF4-FFF2-40B4-BE49-F238E27FC236}">
                <a16:creationId xmlns:a16="http://schemas.microsoft.com/office/drawing/2014/main" id="{A981CB20-1010-8C73-0086-CAB904E4B99D}"/>
              </a:ext>
            </a:extLst>
          </p:cNvPr>
          <p:cNvSpPr/>
          <p:nvPr/>
        </p:nvSpPr>
        <p:spPr>
          <a:xfrm rot="5400000" flipH="1">
            <a:off x="2449305" y="-601754"/>
            <a:ext cx="4800598" cy="8061506"/>
          </a:xfrm>
          <a:prstGeom prst="rect">
            <a:avLst/>
          </a:prstGeom>
          <a:gradFill>
            <a:gsLst>
              <a:gs pos="22000">
                <a:srgbClr val="A60296">
                  <a:alpha val="49000"/>
                </a:srgbClr>
              </a:gs>
              <a:gs pos="99000">
                <a:srgbClr val="DA002F">
                  <a:alpha val="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456182" y="4736592"/>
            <a:ext cx="6783809" cy="795528"/>
          </a:xfrm>
        </p:spPr>
        <p:txBody>
          <a:bodyPr vert="horz" lIns="91440" tIns="45720" rIns="91440" bIns="45720" rtlCol="0" anchor="ctr">
            <a:normAutofit/>
          </a:bodyPr>
          <a:lstStyle>
            <a:lvl1pPr>
              <a:lnSpc>
                <a:spcPct val="120000"/>
              </a:lnSpc>
              <a:defRPr lang="en-US" sz="2200" cap="all" spc="400" baseline="0" dirty="0">
                <a:solidFill>
                  <a:schemeClr val="bg1"/>
                </a:solidFill>
              </a:defRPr>
            </a:lvl1pPr>
          </a:lstStyle>
          <a:p>
            <a:pPr lvl="0"/>
            <a:r>
              <a:rPr lang="en-US" dirty="0"/>
              <a:t>Quote Author</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344739" y="1481328"/>
            <a:ext cx="6500813" cy="2752344"/>
          </a:xfrm>
        </p:spPr>
        <p:txBody>
          <a:bodyPr vert="horz" lIns="91440" tIns="45720" rIns="91440" bIns="45720" rtlCol="0" anchor="ctr">
            <a:normAutofit/>
          </a:bodyPr>
          <a:lstStyle>
            <a:lvl1pPr marL="128016" indent="-137160">
              <a:lnSpc>
                <a:spcPct val="110000"/>
              </a:lnSpc>
              <a:buNone/>
              <a:defRPr lang="en-US" sz="3200" dirty="0">
                <a:solidFill>
                  <a:schemeClr val="bg1"/>
                </a:solidFill>
                <a:latin typeface="+mj-lt"/>
              </a:defRPr>
            </a:lvl1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B7C3807E-EE2A-4FC6-9EE1-019AAE762D48}" type="datetime2">
              <a:rPr lang="en-US" smtClean="0"/>
              <a:t>Thursday, October 1, 2026</a:t>
            </a:fld>
            <a:endParaRPr lang="en-US" dirty="0"/>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94036126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9A9201-705F-55B6-3F46-D68411A32E2A}"/>
              </a:ext>
            </a:extLst>
          </p:cNvPr>
          <p:cNvSpPr/>
          <p:nvPr/>
        </p:nvSpPr>
        <p:spPr>
          <a:xfrm>
            <a:off x="0" y="0"/>
            <a:ext cx="990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a:extLst>
              <a:ext uri="{FF2B5EF4-FFF2-40B4-BE49-F238E27FC236}">
                <a16:creationId xmlns:a16="http://schemas.microsoft.com/office/drawing/2014/main" id="{4E4BBA50-2898-3426-D749-CD2833395810}"/>
              </a:ext>
            </a:extLst>
          </p:cNvPr>
          <p:cNvSpPr/>
          <p:nvPr/>
        </p:nvSpPr>
        <p:spPr>
          <a:xfrm>
            <a:off x="820341" y="1028701"/>
            <a:ext cx="8265319" cy="4800598"/>
          </a:xfrm>
          <a:prstGeom prst="rect">
            <a:avLst/>
          </a:prstGeom>
          <a:solidFill>
            <a:srgbClr val="FFFFFF"/>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8D6BEDF5-EA71-E3BD-29EA-A8A58B1227EE}"/>
              </a:ext>
            </a:extLst>
          </p:cNvPr>
          <p:cNvSpPr/>
          <p:nvPr/>
        </p:nvSpPr>
        <p:spPr>
          <a:xfrm flipH="1">
            <a:off x="6593684" y="1028699"/>
            <a:ext cx="2507456" cy="4800599"/>
          </a:xfrm>
          <a:prstGeom prst="rect">
            <a:avLst/>
          </a:prstGeom>
          <a:gradFill>
            <a:gsLst>
              <a:gs pos="0">
                <a:srgbClr val="FE4A00">
                  <a:alpha val="81000"/>
                </a:srgbClr>
              </a:gs>
              <a:gs pos="100000">
                <a:srgbClr val="9C2C97"/>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11" name="Rectangle 10">
            <a:extLst>
              <a:ext uri="{FF2B5EF4-FFF2-40B4-BE49-F238E27FC236}">
                <a16:creationId xmlns:a16="http://schemas.microsoft.com/office/drawing/2014/main" id="{2ABA6F75-CEBF-CDAC-9F4B-3C794F813211}"/>
              </a:ext>
            </a:extLst>
          </p:cNvPr>
          <p:cNvSpPr/>
          <p:nvPr/>
        </p:nvSpPr>
        <p:spPr>
          <a:xfrm rot="10800000" flipH="1">
            <a:off x="6601426" y="1028696"/>
            <a:ext cx="2499715" cy="3584648"/>
          </a:xfrm>
          <a:prstGeom prst="rect">
            <a:avLst/>
          </a:prstGeom>
          <a:gradFill>
            <a:gsLst>
              <a:gs pos="0">
                <a:srgbClr val="FF6753">
                  <a:alpha val="0"/>
                </a:srgbClr>
              </a:gs>
              <a:gs pos="99000">
                <a:srgbClr val="D6002E">
                  <a:alpha val="4400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6931724" y="1792224"/>
            <a:ext cx="1887093" cy="3465576"/>
          </a:xfrm>
        </p:spPr>
        <p:txBody>
          <a:bodyPr anchor="ctr">
            <a:normAutofit/>
          </a:bodyPr>
          <a:lstStyle>
            <a:lvl1pPr algn="ctr">
              <a:lnSpc>
                <a:spcPct val="120000"/>
              </a:lnSpc>
              <a:defRPr sz="1600" b="0" cap="all" spc="400" baseline="0">
                <a:solidFill>
                  <a:schemeClr val="bg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411605" y="1399032"/>
            <a:ext cx="4673156" cy="4041648"/>
          </a:xfrm>
        </p:spPr>
        <p:txBody>
          <a:bodyPr vert="horz" lIns="91440" tIns="45720" rIns="91440" bIns="45720" rtlCol="0" anchor="ctr">
            <a:normAutofit/>
          </a:bodyPr>
          <a:lstStyle>
            <a:lvl1pPr marL="182880" indent="-182880">
              <a:lnSpc>
                <a:spcPct val="110000"/>
              </a:lnSpc>
              <a:spcBef>
                <a:spcPts val="0"/>
              </a:spcBef>
              <a:buNone/>
              <a:defRPr lang="en-US" sz="3400" b="1" dirty="0">
                <a:latin typeface="+mj-lt"/>
              </a:defRPr>
            </a:lvl1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993F7370-1EC1-45B2-A4ED-6E75D0D33CB2}" type="datetime2">
              <a:rPr lang="en-US" smtClean="0"/>
              <a:t>Thursday, October 1, 2026</a:t>
            </a:fld>
            <a:endParaRPr lang="en-US" dirty="0"/>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53514757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94361" y="294248"/>
            <a:ext cx="8811387" cy="958480"/>
          </a:xfrm>
        </p:spPr>
        <p:txBody>
          <a:body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594361" y="1563624"/>
            <a:ext cx="4123373"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5282374" y="1563624"/>
            <a:ext cx="4123373"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4DB88F3-C7E5-4A3A-8622-BE18DF2C9CD0}" type="datetime2">
              <a:rPr lang="en-US" smtClean="0"/>
              <a:t>Thursday, October 1,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808843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94360" y="292608"/>
            <a:ext cx="8811387" cy="960120"/>
          </a:xfrm>
        </p:spPr>
        <p:txBody>
          <a:bodyPr/>
          <a:lstStyle/>
          <a:p>
            <a:r>
              <a:rPr lang="en-US" dirty="0"/>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93997" y="1380744"/>
            <a:ext cx="4123373"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594360" y="2020888"/>
            <a:ext cx="4123373" cy="41147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5282374" y="1380744"/>
            <a:ext cx="4123373"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5281755" y="2020888"/>
            <a:ext cx="4123373" cy="41147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8B58457-C0B1-48D7-AA49-8444851E001C}" type="datetime2">
              <a:rPr lang="en-US" smtClean="0"/>
              <a:t>Thursday, October 1, 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96509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94360" y="292608"/>
            <a:ext cx="8113014" cy="960120"/>
          </a:xfrm>
        </p:spPr>
        <p:txBody>
          <a:body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E425F8A-070F-4C2E-8BEF-7769438DDE34}" type="datetime2">
              <a:rPr lang="en-US" smtClean="0"/>
              <a:t>Thursday, October 1, 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885941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682FA0DE-C1EF-4C95-BCFB-EDA7D552732F}" type="datetime2">
              <a:rPr lang="en-US" smtClean="0"/>
              <a:t>Thursday, October 1, 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895018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4360" y="553617"/>
            <a:ext cx="2921453" cy="1757505"/>
          </a:xfrm>
        </p:spPr>
        <p:txBody>
          <a:bodyPr anchor="t">
            <a:normAutofit/>
          </a:bodyPr>
          <a:lstStyle>
            <a:lvl1pPr>
              <a:defRPr sz="2800"/>
            </a:lvl1pPr>
          </a:lstStyle>
          <a:p>
            <a:r>
              <a:rPr lang="en-US" dirty="0"/>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4360" y="2311122"/>
            <a:ext cx="2689057"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173809" y="553616"/>
            <a:ext cx="5231939" cy="575256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62CA9131-97A4-4253-BF80-685917177C53}" type="datetime2">
              <a:rPr lang="en-US" smtClean="0"/>
              <a:t>Thursday, October 1, 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99991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5"/>
            <a:ext cx="3017622" cy="2212313"/>
          </a:xfrm>
        </p:spPr>
        <p:txBody>
          <a:bodyPr anchor="t">
            <a:normAutofit/>
          </a:bodyPr>
          <a:lstStyle>
            <a:lvl1pPr>
              <a:defRPr sz="3200"/>
            </a:lvl1pPr>
          </a:lstStyle>
          <a:p>
            <a:r>
              <a:rPr lang="en-US" dirty="0"/>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594360" y="2826138"/>
            <a:ext cx="2689479" cy="3153877"/>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Picture Placeholder 8">
            <a:extLst>
              <a:ext uri="{FF2B5EF4-FFF2-40B4-BE49-F238E27FC236}">
                <a16:creationId xmlns:a16="http://schemas.microsoft.com/office/drawing/2014/main" id="{6E5A5D34-8853-9D0F-8F1B-90E5CC5A7D5F}"/>
              </a:ext>
            </a:extLst>
          </p:cNvPr>
          <p:cNvSpPr>
            <a:spLocks noGrp="1"/>
          </p:cNvSpPr>
          <p:nvPr>
            <p:ph type="pic" sz="quarter" idx="13" hasCustomPrompt="1"/>
          </p:nvPr>
        </p:nvSpPr>
        <p:spPr>
          <a:xfrm>
            <a:off x="4404817" y="603504"/>
            <a:ext cx="5000724" cy="5376510"/>
          </a:xfrm>
          <a:blipFill>
            <a:blip r:embed="rId2">
              <a:alphaModFix amt="70000"/>
            </a:blip>
            <a:stretch>
              <a:fillRect/>
            </a:stretch>
          </a:blipFill>
        </p:spPr>
        <p:txBody>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A2EAB38C-EAAD-4752-A6B6-9F33A31C7FA1}" type="datetime2">
              <a:rPr lang="en-US" smtClean="0"/>
              <a:t>Thursday, October 1, 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297674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0E46A2F-19F0-DFCD-9CE3-04C79F793D8F}"/>
              </a:ext>
            </a:extLst>
          </p:cNvPr>
          <p:cNvSpPr/>
          <p:nvPr/>
        </p:nvSpPr>
        <p:spPr>
          <a:xfrm>
            <a:off x="0" y="0"/>
            <a:ext cx="9906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7" name="Rectangle 6">
            <a:extLst>
              <a:ext uri="{FF2B5EF4-FFF2-40B4-BE49-F238E27FC236}">
                <a16:creationId xmlns:a16="http://schemas.microsoft.com/office/drawing/2014/main" id="{C51DC8D0-ECB3-9C81-4ADA-D2C30B00B146}"/>
              </a:ext>
            </a:extLst>
          </p:cNvPr>
          <p:cNvSpPr/>
          <p:nvPr/>
        </p:nvSpPr>
        <p:spPr>
          <a:xfrm>
            <a:off x="-5" y="1"/>
            <a:ext cx="9906005"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a:extLst>
              <a:ext uri="{FF2B5EF4-FFF2-40B4-BE49-F238E27FC236}">
                <a16:creationId xmlns:a16="http://schemas.microsoft.com/office/drawing/2014/main" id="{E2A9673D-65B2-D6C4-C53F-8652E7E8A8A2}"/>
              </a:ext>
            </a:extLst>
          </p:cNvPr>
          <p:cNvSpPr/>
          <p:nvPr/>
        </p:nvSpPr>
        <p:spPr>
          <a:xfrm rot="16200000">
            <a:off x="3352799" y="-3352802"/>
            <a:ext cx="3200402" cy="9906002"/>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632E07E3-56CC-285D-C461-695C95F6ECD4}"/>
              </a:ext>
            </a:extLst>
          </p:cNvPr>
          <p:cNvSpPr/>
          <p:nvPr/>
        </p:nvSpPr>
        <p:spPr>
          <a:xfrm rot="10800000">
            <a:off x="6593681" y="-1"/>
            <a:ext cx="3312319" cy="3200400"/>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Freeform: Shape 10">
            <a:extLst>
              <a:ext uri="{FF2B5EF4-FFF2-40B4-BE49-F238E27FC236}">
                <a16:creationId xmlns:a16="http://schemas.microsoft.com/office/drawing/2014/main" id="{F013C450-5422-C684-DC49-499D1A1B957B}"/>
              </a:ext>
            </a:extLst>
          </p:cNvPr>
          <p:cNvSpPr/>
          <p:nvPr/>
        </p:nvSpPr>
        <p:spPr>
          <a:xfrm rot="12508972">
            <a:off x="4550975" y="-1241452"/>
            <a:ext cx="373806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94360" y="1179576"/>
            <a:ext cx="8841105" cy="1728216"/>
          </a:xfrm>
        </p:spPr>
        <p:txBody>
          <a:bodyPr anchor="b">
            <a:normAutofit/>
          </a:bodyPr>
          <a:lstStyle>
            <a:lvl1pPr>
              <a:defRPr sz="600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94360" y="3657600"/>
            <a:ext cx="8841105"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70D6DD4-D4A4-4FD2-90EE-29743B49734D}" type="datetime2">
              <a:rPr lang="en-US" smtClean="0"/>
              <a:t>Thursday, October 1,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294858982"/>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3875154-47EA-9315-F160-02DA5541D650}"/>
              </a:ext>
            </a:extLst>
          </p:cNvPr>
          <p:cNvSpPr/>
          <p:nvPr/>
        </p:nvSpPr>
        <p:spPr>
          <a:xfrm>
            <a:off x="0" y="0"/>
            <a:ext cx="9906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8" name="Rectangle 7">
            <a:extLst>
              <a:ext uri="{FF2B5EF4-FFF2-40B4-BE49-F238E27FC236}">
                <a16:creationId xmlns:a16="http://schemas.microsoft.com/office/drawing/2014/main" id="{9617130E-6216-789E-BE08-6D1E3E75622B}"/>
              </a:ext>
            </a:extLst>
          </p:cNvPr>
          <p:cNvSpPr/>
          <p:nvPr/>
        </p:nvSpPr>
        <p:spPr>
          <a:xfrm>
            <a:off x="-5" y="1"/>
            <a:ext cx="9906005"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a:extLst>
              <a:ext uri="{FF2B5EF4-FFF2-40B4-BE49-F238E27FC236}">
                <a16:creationId xmlns:a16="http://schemas.microsoft.com/office/drawing/2014/main" id="{17499983-7B9C-7C3D-25C2-1715A4226DE4}"/>
              </a:ext>
            </a:extLst>
          </p:cNvPr>
          <p:cNvSpPr/>
          <p:nvPr/>
        </p:nvSpPr>
        <p:spPr>
          <a:xfrm rot="16200000">
            <a:off x="3352799" y="-3352802"/>
            <a:ext cx="3200402" cy="9906002"/>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00492B90-6109-F01B-1ABB-6BED7A1F1389}"/>
              </a:ext>
            </a:extLst>
          </p:cNvPr>
          <p:cNvSpPr/>
          <p:nvPr/>
        </p:nvSpPr>
        <p:spPr>
          <a:xfrm rot="10800000">
            <a:off x="6593681" y="-5"/>
            <a:ext cx="3312319" cy="3200404"/>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Freeform: Shape 10">
            <a:extLst>
              <a:ext uri="{FF2B5EF4-FFF2-40B4-BE49-F238E27FC236}">
                <a16:creationId xmlns:a16="http://schemas.microsoft.com/office/drawing/2014/main" id="{A8F1BDFB-261A-F796-17BC-584DAB2E77B1}"/>
              </a:ext>
            </a:extLst>
          </p:cNvPr>
          <p:cNvSpPr/>
          <p:nvPr/>
        </p:nvSpPr>
        <p:spPr>
          <a:xfrm rot="12508972">
            <a:off x="4550975" y="-1241452"/>
            <a:ext cx="373806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94360" y="1179576"/>
            <a:ext cx="8120444" cy="1728216"/>
          </a:xfrm>
        </p:spPr>
        <p:txBody>
          <a:bodyPr anchor="b">
            <a:normAutofit/>
          </a:bodyPr>
          <a:lstStyle>
            <a:lvl1pPr>
              <a:defRPr sz="6000">
                <a:solidFill>
                  <a:schemeClr val="bg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94360" y="3931920"/>
            <a:ext cx="8120444" cy="1806728"/>
          </a:xfrm>
        </p:spPr>
        <p:txBody>
          <a:bodyPr vert="horz" lIns="91440" tIns="45720" rIns="91440" bIns="45720" rtlCol="0">
            <a:normAutofit/>
          </a:bodyPr>
          <a:lstStyle>
            <a:lvl1pPr marL="0" indent="0">
              <a:buNone/>
              <a:defRPr lang="en-US" sz="2400" dirty="0"/>
            </a:lvl1pPr>
            <a:lvl2pPr marL="228600" indent="0">
              <a:buNone/>
              <a:defRPr lang="en-US" sz="2000" dirty="0"/>
            </a:lvl2pPr>
            <a:lvl3pPr marL="457200" indent="0">
              <a:buNone/>
              <a:defRPr lang="en-US" sz="1800" dirty="0"/>
            </a:lvl3pPr>
            <a:lvl4pPr marL="685800" indent="0">
              <a:buNone/>
              <a:defRPr lang="en-US" sz="16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7812B7D-2375-41E3-8CF6-637C0157FD6F}" type="datetime2">
              <a:rPr lang="en-US" smtClean="0"/>
              <a:t>Thursday, October 1, 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34483414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E3211F5-0F92-9768-CA9E-42BD20D242AD}"/>
              </a:ext>
            </a:extLst>
          </p:cNvPr>
          <p:cNvSpPr/>
          <p:nvPr/>
        </p:nvSpPr>
        <p:spPr>
          <a:xfrm rot="10800000" flipH="1">
            <a:off x="0" y="6410026"/>
            <a:ext cx="9906000" cy="448056"/>
          </a:xfrm>
          <a:prstGeom prst="rect">
            <a:avLst/>
          </a:prstGeom>
          <a:gradFill>
            <a:gsLst>
              <a:gs pos="62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a:extLst>
              <a:ext uri="{FF2B5EF4-FFF2-40B4-BE49-F238E27FC236}">
                <a16:creationId xmlns:a16="http://schemas.microsoft.com/office/drawing/2014/main" id="{26965722-DE3B-A05F-AE94-E31AF26EBF9D}"/>
              </a:ext>
            </a:extLst>
          </p:cNvPr>
          <p:cNvSpPr/>
          <p:nvPr/>
        </p:nvSpPr>
        <p:spPr>
          <a:xfrm flipH="1">
            <a:off x="3312319" y="6409938"/>
            <a:ext cx="6593680" cy="448063"/>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839534" y="347472"/>
            <a:ext cx="8113014" cy="132588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839534" y="1837944"/>
            <a:ext cx="8113014" cy="435254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1618774" y="1716786"/>
            <a:ext cx="3557016" cy="297180"/>
          </a:xfrm>
          <a:prstGeom prst="rect">
            <a:avLst/>
          </a:prstGeom>
        </p:spPr>
        <p:txBody>
          <a:bodyPr vert="horz" lIns="91440" tIns="45720" rIns="91440" bIns="45720" rtlCol="0" anchor="ctr"/>
          <a:lstStyle>
            <a:lvl1pPr algn="l">
              <a:defRPr sz="800" b="1">
                <a:solidFill>
                  <a:schemeClr val="tx1"/>
                </a:solidFill>
                <a:latin typeface="+mj-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5624131" y="6455664"/>
            <a:ext cx="3796475" cy="365760"/>
          </a:xfrm>
          <a:prstGeom prst="rect">
            <a:avLst/>
          </a:prstGeom>
        </p:spPr>
        <p:txBody>
          <a:bodyPr vert="horz" lIns="91440" tIns="45720" rIns="91440" bIns="45720" rtlCol="0" anchor="ctr"/>
          <a:lstStyle>
            <a:lvl1pPr algn="r">
              <a:defRPr sz="800" cap="all" spc="300" baseline="0">
                <a:solidFill>
                  <a:schemeClr val="bg1"/>
                </a:solidFill>
              </a:defRPr>
            </a:lvl1pPr>
          </a:lstStyle>
          <a:p>
            <a:fld id="{7FA31CB7-48AA-4691-B614-160E906C518A}" type="datetime2">
              <a:rPr lang="en-US" smtClean="0"/>
              <a:t>Thursday, October 1, 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9405747" y="6455664"/>
            <a:ext cx="445770" cy="365760"/>
          </a:xfrm>
          <a:prstGeom prst="rect">
            <a:avLst/>
          </a:prstGeom>
        </p:spPr>
        <p:txBody>
          <a:bodyPr vert="horz" lIns="91440" tIns="45720" rIns="91440" bIns="45720" rtlCol="0" anchor="ctr"/>
          <a:lstStyle>
            <a:lvl1pPr algn="r">
              <a:defRPr sz="800" spc="200" baseline="0">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929048380"/>
      </p:ext>
    </p:extLst>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 id="2147483873" r:id="rId12"/>
    <p:sldLayoutId id="2147483874" r:id="rId13"/>
    <p:sldLayoutId id="2147483875" r:id="rId14"/>
    <p:sldLayoutId id="2147483876" r:id="rId15"/>
    <p:sldLayoutId id="2147483877" r:id="rId16"/>
    <p:sldLayoutId id="2147483878" r:id="rId17"/>
    <p:sldLayoutId id="2147483879" r:id="rId18"/>
    <p:sldLayoutId id="2147483880" r:id="rId19"/>
    <p:sldLayoutId id="2147483881" r:id="rId20"/>
    <p:sldLayoutId id="2147483882" r:id="rId21"/>
    <p:sldLayoutId id="2147483883" r:id="rId22"/>
    <p:sldLayoutId id="2147483884" r:id="rId23"/>
    <p:sldLayoutId id="2147483885" r:id="rId24"/>
    <p:sldLayoutId id="2147483886" r:id="rId25"/>
    <p:sldLayoutId id="2147483887" r:id="rId26"/>
    <p:sldLayoutId id="2147483888" r:id="rId27"/>
    <p:sldLayoutId id="2147483889" r:id="rId28"/>
    <p:sldLayoutId id="2147483890" r:id="rId29"/>
    <p:sldLayoutId id="2147483891" r:id="rId30"/>
    <p:sldLayoutId id="2147483892" r:id="rId31"/>
    <p:sldLayoutId id="2147483861" r:id="rId32"/>
    <p:sldLayoutId id="2147483893" r:id="rId33"/>
    <p:sldLayoutId id="2147483894" r:id="rId34"/>
    <p:sldLayoutId id="2147483895" r:id="rId35"/>
    <p:sldLayoutId id="2147483896" r:id="rId36"/>
    <p:sldLayoutId id="2147483897" r:id="rId37"/>
    <p:sldLayoutId id="2147483898" r:id="rId38"/>
    <p:sldLayoutId id="2147483899" r:id="rId39"/>
    <p:sldLayoutId id="2147483907" r:id="rId40"/>
    <p:sldLayoutId id="2147483900" r:id="rId41"/>
    <p:sldLayoutId id="2147483901" r:id="rId42"/>
    <p:sldLayoutId id="2147483902" r:id="rId43"/>
    <p:sldLayoutId id="2147483903" r:id="rId44"/>
    <p:sldLayoutId id="2147483904" r:id="rId45"/>
    <p:sldLayoutId id="2147483905" r:id="rId46"/>
    <p:sldLayoutId id="2147483906" r:id="rId47"/>
    <p:sldLayoutId id="2147483860" r:id="rId48"/>
  </p:sldLayoutIdLst>
  <p:hf sldNum="0"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1.xml"/><Relationship Id="rId5" Type="http://schemas.openxmlformats.org/officeDocument/2006/relationships/image" Target="../media/image23.jpeg"/><Relationship Id="rId4" Type="http://schemas.openxmlformats.org/officeDocument/2006/relationships/image" Target="../media/image22.jpeg"/></Relationships>
</file>

<file path=ppt/slides/_rels/slide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22.jpe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23.jpe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jpeg"/><Relationship Id="rId4" Type="http://schemas.openxmlformats.org/officeDocument/2006/relationships/image" Target="../media/image26.png"/><Relationship Id="rId9" Type="http://schemas.openxmlformats.org/officeDocument/2006/relationships/image" Target="../media/image31.jpg"/></Relationships>
</file>

<file path=ppt/slides/_rels/slide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image" Target="../media/image35.jpeg"/><Relationship Id="rId7" Type="http://schemas.openxmlformats.org/officeDocument/2006/relationships/image" Target="../media/image39.jpeg"/><Relationship Id="rId2" Type="http://schemas.openxmlformats.org/officeDocument/2006/relationships/image" Target="../media/image34.jpeg"/><Relationship Id="rId1" Type="http://schemas.openxmlformats.org/officeDocument/2006/relationships/slideLayout" Target="../slideLayouts/slideLayout2.xml"/><Relationship Id="rId6" Type="http://schemas.openxmlformats.org/officeDocument/2006/relationships/image" Target="../media/image38.jpeg"/><Relationship Id="rId11" Type="http://schemas.openxmlformats.org/officeDocument/2006/relationships/image" Target="../media/image22.jpeg"/><Relationship Id="rId5" Type="http://schemas.openxmlformats.org/officeDocument/2006/relationships/image" Target="../media/image37.jpeg"/><Relationship Id="rId10" Type="http://schemas.openxmlformats.org/officeDocument/2006/relationships/image" Target="../media/image23.jpeg"/><Relationship Id="rId4" Type="http://schemas.openxmlformats.org/officeDocument/2006/relationships/image" Target="../media/image36.jpeg"/><Relationship Id="rId9" Type="http://schemas.openxmlformats.org/officeDocument/2006/relationships/image" Target="../media/image41.jpeg"/></Relationships>
</file>

<file path=ppt/slides/_rels/slide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22.jpeg"/><Relationship Id="rId1" Type="http://schemas.openxmlformats.org/officeDocument/2006/relationships/slideLayout" Target="../slideLayouts/slideLayout2.xml"/><Relationship Id="rId6" Type="http://schemas.openxmlformats.org/officeDocument/2006/relationships/hyperlink" Target="tel:+90-224-242-9133" TargetMode="External"/><Relationship Id="rId5" Type="http://schemas.openxmlformats.org/officeDocument/2006/relationships/hyperlink" Target="mailto:mail@ozdirenc.com?subject=online%20inquiry" TargetMode="External"/><Relationship Id="rId4" Type="http://schemas.openxmlformats.org/officeDocument/2006/relationships/image" Target="../media/image4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room with many machines&#10;&#10;AI-generated content may be incorrect.">
            <a:extLst>
              <a:ext uri="{FF2B5EF4-FFF2-40B4-BE49-F238E27FC236}">
                <a16:creationId xmlns:a16="http://schemas.microsoft.com/office/drawing/2014/main" id="{0791F95B-B460-931B-7759-5DD2D2D729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458" y="400834"/>
            <a:ext cx="3623702" cy="4034388"/>
          </a:xfrm>
          <a:prstGeom prst="rect">
            <a:avLst/>
          </a:prstGeom>
        </p:spPr>
      </p:pic>
      <p:sp>
        <p:nvSpPr>
          <p:cNvPr id="2" name="Title 1">
            <a:extLst>
              <a:ext uri="{FF2B5EF4-FFF2-40B4-BE49-F238E27FC236}">
                <a16:creationId xmlns:a16="http://schemas.microsoft.com/office/drawing/2014/main" id="{85CB1FD8-BEE9-E8AB-3A2A-59460F3D5AD7}"/>
              </a:ext>
            </a:extLst>
          </p:cNvPr>
          <p:cNvSpPr>
            <a:spLocks noGrp="1"/>
          </p:cNvSpPr>
          <p:nvPr>
            <p:ph type="ctrTitle"/>
          </p:nvPr>
        </p:nvSpPr>
        <p:spPr>
          <a:xfrm>
            <a:off x="4544568" y="1270535"/>
            <a:ext cx="5513832" cy="2889504"/>
          </a:xfrm>
        </p:spPr>
        <p:txBody>
          <a:bodyPr anchor="b">
            <a:normAutofit/>
          </a:bodyPr>
          <a:lstStyle/>
          <a:p>
            <a:r>
              <a:rPr lang="en-ID" dirty="0"/>
              <a:t>Industrial </a:t>
            </a:r>
            <a:br>
              <a:rPr lang="en-ID" dirty="0"/>
            </a:br>
            <a:r>
              <a:rPr lang="en-ID" sz="2000" dirty="0">
                <a:solidFill>
                  <a:schemeClr val="tx1"/>
                </a:solidFill>
              </a:rPr>
              <a:t>power resistors</a:t>
            </a:r>
          </a:p>
        </p:txBody>
      </p:sp>
      <p:sp>
        <p:nvSpPr>
          <p:cNvPr id="3" name="Subtitle 2">
            <a:extLst>
              <a:ext uri="{FF2B5EF4-FFF2-40B4-BE49-F238E27FC236}">
                <a16:creationId xmlns:a16="http://schemas.microsoft.com/office/drawing/2014/main" id="{CD6EDDC8-FE8B-4905-0AF4-8A6F4E01B956}"/>
              </a:ext>
            </a:extLst>
          </p:cNvPr>
          <p:cNvSpPr>
            <a:spLocks noGrp="1"/>
          </p:cNvSpPr>
          <p:nvPr>
            <p:ph type="subTitle" idx="1"/>
          </p:nvPr>
        </p:nvSpPr>
        <p:spPr>
          <a:xfrm>
            <a:off x="4147002" y="5401946"/>
            <a:ext cx="6265893" cy="1481328"/>
          </a:xfrm>
        </p:spPr>
        <p:txBody>
          <a:bodyPr anchor="ctr">
            <a:normAutofit/>
          </a:bodyPr>
          <a:lstStyle/>
          <a:p>
            <a:pPr>
              <a:lnSpc>
                <a:spcPct val="100000"/>
              </a:lnSpc>
              <a:spcBef>
                <a:spcPts val="0"/>
              </a:spcBef>
            </a:pPr>
            <a:r>
              <a:rPr lang="en-ID" sz="1000" b="1" i="1" dirty="0"/>
              <a:t>Continually improving our quality management system with the aim of achieving complete customer satisfaction &amp; confidence …….</a:t>
            </a:r>
          </a:p>
        </p:txBody>
      </p:sp>
      <p:pic>
        <p:nvPicPr>
          <p:cNvPr id="1026" name="Picture 4" descr="gridty">
            <a:extLst>
              <a:ext uri="{FF2B5EF4-FFF2-40B4-BE49-F238E27FC236}">
                <a16:creationId xmlns:a16="http://schemas.microsoft.com/office/drawing/2014/main" id="{07D48319-9AEE-10FF-D9F4-4C10D6AC85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2037" y="4769337"/>
            <a:ext cx="834272" cy="397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36AE2CFB-EEFC-9194-20CE-6790E1BB387F}"/>
              </a:ext>
            </a:extLst>
          </p:cNvPr>
          <p:cNvSpPr txBox="1"/>
          <p:nvPr/>
        </p:nvSpPr>
        <p:spPr>
          <a:xfrm>
            <a:off x="1279724" y="5635209"/>
            <a:ext cx="2981734" cy="1200329"/>
          </a:xfrm>
          <a:prstGeom prst="rect">
            <a:avLst/>
          </a:prstGeom>
          <a:noFill/>
        </p:spPr>
        <p:txBody>
          <a:bodyPr wrap="square">
            <a:spAutoFit/>
          </a:bodyPr>
          <a:lstStyle/>
          <a:p>
            <a:r>
              <a:rPr lang="en-US" sz="1200" dirty="0"/>
              <a:t>The CEO Building Level 12</a:t>
            </a:r>
          </a:p>
          <a:p>
            <a:r>
              <a:rPr lang="en-US" sz="1200" dirty="0"/>
              <a:t>Jl. TB. </a:t>
            </a:r>
            <a:r>
              <a:rPr lang="en-US" sz="1200" dirty="0" err="1"/>
              <a:t>Simatupang</a:t>
            </a:r>
            <a:r>
              <a:rPr lang="en-US" sz="1200" dirty="0"/>
              <a:t> No. 18C</a:t>
            </a:r>
          </a:p>
          <a:p>
            <a:r>
              <a:rPr lang="en-US" sz="1200" dirty="0"/>
              <a:t>Jakarta Selatan 12430</a:t>
            </a:r>
          </a:p>
          <a:p>
            <a:r>
              <a:rPr lang="en-US" sz="1200" dirty="0"/>
              <a:t>Phone: +62 21 5091 9498</a:t>
            </a:r>
          </a:p>
          <a:p>
            <a:r>
              <a:rPr lang="en-US" sz="1200" dirty="0"/>
              <a:t>Mobile: 0852 1189 2728</a:t>
            </a:r>
          </a:p>
          <a:p>
            <a:r>
              <a:rPr lang="en-US" sz="1200" dirty="0"/>
              <a:t>email: info@gridresistorindonesia.com</a:t>
            </a:r>
          </a:p>
        </p:txBody>
      </p:sp>
      <p:sp>
        <p:nvSpPr>
          <p:cNvPr id="6" name="TextBox 5">
            <a:extLst>
              <a:ext uri="{FF2B5EF4-FFF2-40B4-BE49-F238E27FC236}">
                <a16:creationId xmlns:a16="http://schemas.microsoft.com/office/drawing/2014/main" id="{DE4B8ED0-E904-E5DE-9B26-91C8BA7BAB2A}"/>
              </a:ext>
            </a:extLst>
          </p:cNvPr>
          <p:cNvSpPr txBox="1"/>
          <p:nvPr/>
        </p:nvSpPr>
        <p:spPr>
          <a:xfrm>
            <a:off x="1279723" y="5315403"/>
            <a:ext cx="2298700" cy="276999"/>
          </a:xfrm>
          <a:prstGeom prst="rect">
            <a:avLst/>
          </a:prstGeom>
          <a:noFill/>
        </p:spPr>
        <p:txBody>
          <a:bodyPr wrap="square" rtlCol="0">
            <a:spAutoFit/>
          </a:bodyPr>
          <a:lstStyle/>
          <a:p>
            <a:r>
              <a:rPr lang="en-ID" sz="1200" dirty="0">
                <a:solidFill>
                  <a:srgbClr val="FF0000"/>
                </a:solidFill>
                <a:latin typeface="ADLaM Display" panose="020F0502020204030204" pitchFamily="2" charset="0"/>
                <a:ea typeface="ADLaM Display" panose="020F0502020204030204" pitchFamily="2" charset="0"/>
                <a:cs typeface="ADLaM Display" panose="020F0502020204030204" pitchFamily="2" charset="0"/>
              </a:rPr>
              <a:t>PT GRID Resistor Indonesia</a:t>
            </a:r>
          </a:p>
        </p:txBody>
      </p:sp>
      <p:pic>
        <p:nvPicPr>
          <p:cNvPr id="1029" name="Picture 5">
            <a:extLst>
              <a:ext uri="{FF2B5EF4-FFF2-40B4-BE49-F238E27FC236}">
                <a16:creationId xmlns:a16="http://schemas.microsoft.com/office/drawing/2014/main" id="{68B2FC08-E87C-418C-A1B0-914C5215AF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160" y="4736981"/>
            <a:ext cx="939238" cy="24558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7">
            <a:extLst>
              <a:ext uri="{FF2B5EF4-FFF2-40B4-BE49-F238E27FC236}">
                <a16:creationId xmlns:a16="http://schemas.microsoft.com/office/drawing/2014/main" id="{7E5B37F2-F237-E25A-08AF-D85D5F2FA4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8160" y="6458394"/>
            <a:ext cx="906550" cy="308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3677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9A5851A-4707-413B-B53E-929C4C0C93BF}"/>
              </a:ext>
            </a:extLst>
          </p:cNvPr>
          <p:cNvSpPr>
            <a:spLocks noGrp="1"/>
          </p:cNvSpPr>
          <p:nvPr>
            <p:ph type="title"/>
          </p:nvPr>
        </p:nvSpPr>
        <p:spPr>
          <a:xfrm>
            <a:off x="853988" y="0"/>
            <a:ext cx="5000318" cy="923091"/>
          </a:xfrm>
        </p:spPr>
        <p:txBody>
          <a:bodyPr/>
          <a:lstStyle/>
          <a:p>
            <a:r>
              <a:rPr lang="en-US" dirty="0"/>
              <a:t>about us </a:t>
            </a:r>
          </a:p>
        </p:txBody>
      </p:sp>
      <p:sp>
        <p:nvSpPr>
          <p:cNvPr id="22" name="TextBox 21">
            <a:extLst>
              <a:ext uri="{FF2B5EF4-FFF2-40B4-BE49-F238E27FC236}">
                <a16:creationId xmlns:a16="http://schemas.microsoft.com/office/drawing/2014/main" id="{038318FF-895D-2472-374C-8AB30F0FF641}"/>
              </a:ext>
            </a:extLst>
          </p:cNvPr>
          <p:cNvSpPr txBox="1"/>
          <p:nvPr/>
        </p:nvSpPr>
        <p:spPr>
          <a:xfrm>
            <a:off x="7607300" y="161299"/>
            <a:ext cx="2298700" cy="276999"/>
          </a:xfrm>
          <a:prstGeom prst="rect">
            <a:avLst/>
          </a:prstGeom>
          <a:noFill/>
        </p:spPr>
        <p:txBody>
          <a:bodyPr wrap="square" rtlCol="0">
            <a:spAutoFit/>
          </a:bodyPr>
          <a:lstStyle/>
          <a:p>
            <a:r>
              <a:rPr lang="en-ID" sz="1200" dirty="0">
                <a:solidFill>
                  <a:srgbClr val="FF0000"/>
                </a:solidFill>
                <a:latin typeface="ADLaM Display" panose="020F0502020204030204" pitchFamily="2" charset="0"/>
                <a:ea typeface="ADLaM Display" panose="020F0502020204030204" pitchFamily="2" charset="0"/>
                <a:cs typeface="ADLaM Display" panose="020F0502020204030204" pitchFamily="2" charset="0"/>
              </a:rPr>
              <a:t>PT GRID Resistor Indonesia</a:t>
            </a:r>
          </a:p>
        </p:txBody>
      </p:sp>
      <p:pic>
        <p:nvPicPr>
          <p:cNvPr id="23" name="Picture 7">
            <a:extLst>
              <a:ext uri="{FF2B5EF4-FFF2-40B4-BE49-F238E27FC236}">
                <a16:creationId xmlns:a16="http://schemas.microsoft.com/office/drawing/2014/main" id="{7F99353A-CBDE-B963-69F1-212AC416E8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7369" y="536359"/>
            <a:ext cx="906550" cy="30808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5">
            <a:extLst>
              <a:ext uri="{FF2B5EF4-FFF2-40B4-BE49-F238E27FC236}">
                <a16:creationId xmlns:a16="http://schemas.microsoft.com/office/drawing/2014/main" id="{6BE081F6-6EA6-F1B3-FE28-92D3A310A3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94889" y="6085605"/>
            <a:ext cx="939238" cy="245581"/>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2FED22E9-D153-923F-8981-1A720A1EF857}"/>
              </a:ext>
            </a:extLst>
          </p:cNvPr>
          <p:cNvSpPr txBox="1">
            <a:spLocks/>
          </p:cNvSpPr>
          <p:nvPr/>
        </p:nvSpPr>
        <p:spPr>
          <a:xfrm>
            <a:off x="5265582" y="1055120"/>
            <a:ext cx="4640418" cy="5407091"/>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800" kern="1200" spc="200" baseline="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buFont typeface="Wingdings" panose="05000000000000000000" pitchFamily="2" charset="2"/>
              <a:buChar char="q"/>
            </a:pPr>
            <a:r>
              <a:rPr lang="en-US" sz="1600" b="1" i="1" dirty="0">
                <a:solidFill>
                  <a:schemeClr val="tx1"/>
                </a:solidFill>
              </a:rPr>
              <a:t>Oz </a:t>
            </a:r>
            <a:r>
              <a:rPr lang="en-US" sz="1600" b="1" i="1" dirty="0" err="1">
                <a:solidFill>
                  <a:schemeClr val="tx1"/>
                </a:solidFill>
              </a:rPr>
              <a:t>Direnc</a:t>
            </a:r>
            <a:r>
              <a:rPr lang="en-US" sz="1600" b="1" i="1" dirty="0">
                <a:solidFill>
                  <a:schemeClr val="tx1"/>
                </a:solidFill>
              </a:rPr>
              <a:t> products have been delivered and in operation since 2005 more than 20 years our products have been in service to Indonesia Power Plant Transmission and Distribution not to mention to Industries.</a:t>
            </a:r>
          </a:p>
          <a:p>
            <a:pPr marL="285750" indent="-285750" algn="l">
              <a:buFont typeface="Wingdings" panose="05000000000000000000" pitchFamily="2" charset="2"/>
              <a:buChar char="q"/>
            </a:pPr>
            <a:endParaRPr lang="en-US" sz="1600" b="1" i="1" dirty="0">
              <a:solidFill>
                <a:schemeClr val="tx1"/>
              </a:solidFill>
            </a:endParaRPr>
          </a:p>
          <a:p>
            <a:pPr marL="285750" indent="-285750" algn="l">
              <a:buFont typeface="Wingdings" panose="05000000000000000000" pitchFamily="2" charset="2"/>
              <a:buChar char="q"/>
            </a:pPr>
            <a:r>
              <a:rPr lang="en-ID" sz="1600" b="1" i="1" dirty="0">
                <a:solidFill>
                  <a:schemeClr val="tx1"/>
                </a:solidFill>
              </a:rPr>
              <a:t>Under PT GRID Resistor Indonesia as sole agent, since 2017, Oz </a:t>
            </a:r>
            <a:r>
              <a:rPr lang="en-ID" sz="1600" b="1" i="1" dirty="0" err="1">
                <a:solidFill>
                  <a:schemeClr val="tx1"/>
                </a:solidFill>
              </a:rPr>
              <a:t>Direnc</a:t>
            </a:r>
            <a:r>
              <a:rPr lang="en-ID" sz="1600" b="1" i="1" dirty="0">
                <a:solidFill>
                  <a:schemeClr val="tx1"/>
                </a:solidFill>
              </a:rPr>
              <a:t> keep continuing providing and delivering reliable products and in time delivery time.</a:t>
            </a:r>
          </a:p>
          <a:p>
            <a:pPr marL="285750" indent="-285750" algn="l">
              <a:buFont typeface="Wingdings" panose="05000000000000000000" pitchFamily="2" charset="2"/>
              <a:buChar char="q"/>
            </a:pPr>
            <a:endParaRPr lang="en-ID" sz="1600" b="1" i="1" dirty="0">
              <a:solidFill>
                <a:schemeClr val="tx1"/>
              </a:solidFill>
            </a:endParaRPr>
          </a:p>
          <a:p>
            <a:pPr marL="285750" indent="-285750" algn="l">
              <a:buFont typeface="Wingdings" panose="05000000000000000000" pitchFamily="2" charset="2"/>
              <a:buChar char="q"/>
            </a:pPr>
            <a:r>
              <a:rPr lang="en-ID" sz="1600" b="1" i="1" dirty="0">
                <a:solidFill>
                  <a:schemeClr val="tx1"/>
                </a:solidFill>
              </a:rPr>
              <a:t>Its our commitment to the industries delivering our products and achieving complete customer satisfaction and confidence.</a:t>
            </a:r>
          </a:p>
          <a:p>
            <a:pPr marL="285750" indent="-285750" algn="l">
              <a:buFont typeface="Wingdings" panose="05000000000000000000" pitchFamily="2" charset="2"/>
              <a:buChar char="q"/>
            </a:pPr>
            <a:endParaRPr lang="en-US" sz="1600" b="1" i="1" dirty="0">
              <a:solidFill>
                <a:schemeClr val="tx1"/>
              </a:solidFill>
            </a:endParaRPr>
          </a:p>
        </p:txBody>
      </p:sp>
    </p:spTree>
    <p:extLst>
      <p:ext uri="{BB962C8B-B14F-4D97-AF65-F5344CB8AC3E}">
        <p14:creationId xmlns:p14="http://schemas.microsoft.com/office/powerpoint/2010/main" val="1303951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9BD21-DAE6-EE2F-65DF-8859F4117B24}"/>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D20D6C23-05BF-4F61-C3B7-08DD3B32307B}"/>
              </a:ext>
            </a:extLst>
          </p:cNvPr>
          <p:cNvSpPr>
            <a:spLocks noGrp="1"/>
          </p:cNvSpPr>
          <p:nvPr>
            <p:ph type="title"/>
          </p:nvPr>
        </p:nvSpPr>
        <p:spPr>
          <a:xfrm>
            <a:off x="908013" y="62158"/>
            <a:ext cx="5000318" cy="923091"/>
          </a:xfrm>
        </p:spPr>
        <p:txBody>
          <a:bodyPr/>
          <a:lstStyle/>
          <a:p>
            <a:r>
              <a:rPr lang="en-US" dirty="0"/>
              <a:t>our users….</a:t>
            </a:r>
          </a:p>
        </p:txBody>
      </p:sp>
      <p:pic>
        <p:nvPicPr>
          <p:cNvPr id="8" name="Picture 7" descr="A logo of a company&#10;&#10;AI-generated content may be incorrect.">
            <a:extLst>
              <a:ext uri="{FF2B5EF4-FFF2-40B4-BE49-F238E27FC236}">
                <a16:creationId xmlns:a16="http://schemas.microsoft.com/office/drawing/2014/main" id="{F97B9FD3-75F1-AC13-24A3-1A796878F1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2082" y="1040241"/>
            <a:ext cx="1121364" cy="473363"/>
          </a:xfrm>
          <a:prstGeom prst="rect">
            <a:avLst/>
          </a:prstGeom>
        </p:spPr>
      </p:pic>
      <p:sp>
        <p:nvSpPr>
          <p:cNvPr id="9" name="TextBox 8">
            <a:extLst>
              <a:ext uri="{FF2B5EF4-FFF2-40B4-BE49-F238E27FC236}">
                <a16:creationId xmlns:a16="http://schemas.microsoft.com/office/drawing/2014/main" id="{E85609C1-46C4-B811-4199-05362D33DE20}"/>
              </a:ext>
            </a:extLst>
          </p:cNvPr>
          <p:cNvSpPr txBox="1"/>
          <p:nvPr/>
        </p:nvSpPr>
        <p:spPr>
          <a:xfrm>
            <a:off x="890444" y="1604584"/>
            <a:ext cx="2228965" cy="276999"/>
          </a:xfrm>
          <a:prstGeom prst="rect">
            <a:avLst/>
          </a:prstGeom>
          <a:noFill/>
        </p:spPr>
        <p:txBody>
          <a:bodyPr wrap="square" rtlCol="0">
            <a:spAutoFit/>
          </a:bodyPr>
          <a:lstStyle/>
          <a:p>
            <a:r>
              <a:rPr lang="en-ID" sz="1200" b="1" dirty="0"/>
              <a:t>PETROCHINA</a:t>
            </a:r>
          </a:p>
        </p:txBody>
      </p:sp>
      <p:pic>
        <p:nvPicPr>
          <p:cNvPr id="11" name="Picture 10" descr="A yellow and blue logo with a elephant head&#10;&#10;AI-generated content may be incorrect.">
            <a:extLst>
              <a:ext uri="{FF2B5EF4-FFF2-40B4-BE49-F238E27FC236}">
                <a16:creationId xmlns:a16="http://schemas.microsoft.com/office/drawing/2014/main" id="{2CAED327-80EE-3FE4-04FA-C3A6C34E7C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8805" y="1109417"/>
            <a:ext cx="568589" cy="568589"/>
          </a:xfrm>
          <a:prstGeom prst="rect">
            <a:avLst/>
          </a:prstGeom>
        </p:spPr>
      </p:pic>
      <p:pic>
        <p:nvPicPr>
          <p:cNvPr id="15" name="Picture 14" descr="A close-up of a factory&#10;&#10;AI-generated content may be incorrect.">
            <a:extLst>
              <a:ext uri="{FF2B5EF4-FFF2-40B4-BE49-F238E27FC236}">
                <a16:creationId xmlns:a16="http://schemas.microsoft.com/office/drawing/2014/main" id="{0FFD59FE-274C-E803-89A4-0CD3E9F081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8013" y="2952288"/>
            <a:ext cx="2532640" cy="2886809"/>
          </a:xfrm>
          <a:prstGeom prst="rect">
            <a:avLst/>
          </a:prstGeom>
        </p:spPr>
      </p:pic>
      <p:pic>
        <p:nvPicPr>
          <p:cNvPr id="13" name="Picture 12" descr="A blue and white logo&#10;&#10;AI-generated content may be incorrect.">
            <a:extLst>
              <a:ext uri="{FF2B5EF4-FFF2-40B4-BE49-F238E27FC236}">
                <a16:creationId xmlns:a16="http://schemas.microsoft.com/office/drawing/2014/main" id="{A2618FDC-9791-8DE9-5E88-4BE786F526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96029" y="5014499"/>
            <a:ext cx="907814" cy="824598"/>
          </a:xfrm>
          <a:prstGeom prst="rect">
            <a:avLst/>
          </a:prstGeom>
        </p:spPr>
      </p:pic>
      <p:pic>
        <p:nvPicPr>
          <p:cNvPr id="17" name="Picture 16" descr="A glass roof with many windows&#10;&#10;AI-generated content may be incorrect.">
            <a:extLst>
              <a:ext uri="{FF2B5EF4-FFF2-40B4-BE49-F238E27FC236}">
                <a16:creationId xmlns:a16="http://schemas.microsoft.com/office/drawing/2014/main" id="{05C651D3-7C84-F16C-B0E5-B6FCDE51F2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59219" y="2454604"/>
            <a:ext cx="1829549" cy="3080314"/>
          </a:xfrm>
          <a:prstGeom prst="rect">
            <a:avLst/>
          </a:prstGeom>
        </p:spPr>
      </p:pic>
      <p:pic>
        <p:nvPicPr>
          <p:cNvPr id="6" name="Picture 5" descr="A black text on a white background&#10;&#10;AI-generated content may be incorrect.">
            <a:extLst>
              <a:ext uri="{FF2B5EF4-FFF2-40B4-BE49-F238E27FC236}">
                <a16:creationId xmlns:a16="http://schemas.microsoft.com/office/drawing/2014/main" id="{2E0BB5BE-1BEF-3B20-94F1-059B22D1934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78655" y="5583929"/>
            <a:ext cx="1810113" cy="407404"/>
          </a:xfrm>
          <a:prstGeom prst="rect">
            <a:avLst/>
          </a:prstGeom>
        </p:spPr>
      </p:pic>
      <p:pic>
        <p:nvPicPr>
          <p:cNvPr id="19" name="Picture 18" descr="A factory with several towers&#10;&#10;AI-generated content may be incorrect.">
            <a:extLst>
              <a:ext uri="{FF2B5EF4-FFF2-40B4-BE49-F238E27FC236}">
                <a16:creationId xmlns:a16="http://schemas.microsoft.com/office/drawing/2014/main" id="{930729C7-B9BC-CFB6-ACB5-306EF19BA01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230554" y="1034261"/>
            <a:ext cx="2420198" cy="1616043"/>
          </a:xfrm>
          <a:prstGeom prst="rect">
            <a:avLst/>
          </a:prstGeom>
        </p:spPr>
      </p:pic>
      <p:pic>
        <p:nvPicPr>
          <p:cNvPr id="21" name="Picture 20" descr="A large factory with several towers&#10;&#10;AI-generated content may be incorrect.">
            <a:extLst>
              <a:ext uri="{FF2B5EF4-FFF2-40B4-BE49-F238E27FC236}">
                <a16:creationId xmlns:a16="http://schemas.microsoft.com/office/drawing/2014/main" id="{4143031D-D880-19C7-F68F-3210CF6ED5D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363580" y="1130192"/>
            <a:ext cx="3270339" cy="1839565"/>
          </a:xfrm>
          <a:prstGeom prst="rect">
            <a:avLst/>
          </a:prstGeom>
        </p:spPr>
      </p:pic>
      <p:pic>
        <p:nvPicPr>
          <p:cNvPr id="25" name="Picture 24" descr="A picture containing sky, building, outdoor, ground&#10;&#10;Description automatically generated">
            <a:extLst>
              <a:ext uri="{FF2B5EF4-FFF2-40B4-BE49-F238E27FC236}">
                <a16:creationId xmlns:a16="http://schemas.microsoft.com/office/drawing/2014/main" id="{EE993BF7-8278-1F90-B5F9-06000BA1974D}"/>
              </a:ext>
            </a:extLst>
          </p:cNvPr>
          <p:cNvPicPr>
            <a:picLocks noChangeAspect="1"/>
          </p:cNvPicPr>
          <p:nvPr/>
        </p:nvPicPr>
        <p:blipFill rotWithShape="1">
          <a:blip r:embed="rId10">
            <a:extLst>
              <a:ext uri="{28A0092B-C50C-407E-A947-70E740481C1C}">
                <a14:useLocalDpi xmlns:a14="http://schemas.microsoft.com/office/drawing/2010/main" val="0"/>
              </a:ext>
            </a:extLst>
          </a:blip>
          <a:srcRect t="2155" b="8428"/>
          <a:stretch/>
        </p:blipFill>
        <p:spPr>
          <a:xfrm>
            <a:off x="6656963" y="3847682"/>
            <a:ext cx="2976956" cy="1996443"/>
          </a:xfrm>
          <a:prstGeom prst="rect">
            <a:avLst/>
          </a:prstGeom>
        </p:spPr>
      </p:pic>
      <p:pic>
        <p:nvPicPr>
          <p:cNvPr id="27" name="Picture 26" descr="A yellow square with a red lightning bolt and blue letters&#10;&#10;AI-generated content may be incorrect.">
            <a:extLst>
              <a:ext uri="{FF2B5EF4-FFF2-40B4-BE49-F238E27FC236}">
                <a16:creationId xmlns:a16="http://schemas.microsoft.com/office/drawing/2014/main" id="{32ECA1D1-D625-6367-DF70-87DBFC8621E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186883" y="3170675"/>
            <a:ext cx="447036" cy="583419"/>
          </a:xfrm>
          <a:prstGeom prst="rect">
            <a:avLst/>
          </a:prstGeom>
        </p:spPr>
      </p:pic>
      <p:sp>
        <p:nvSpPr>
          <p:cNvPr id="2" name="TextBox 1">
            <a:extLst>
              <a:ext uri="{FF2B5EF4-FFF2-40B4-BE49-F238E27FC236}">
                <a16:creationId xmlns:a16="http://schemas.microsoft.com/office/drawing/2014/main" id="{6C8A45E8-6A72-F377-4E4F-03778A842199}"/>
              </a:ext>
            </a:extLst>
          </p:cNvPr>
          <p:cNvSpPr txBox="1"/>
          <p:nvPr/>
        </p:nvSpPr>
        <p:spPr>
          <a:xfrm>
            <a:off x="7607300" y="161299"/>
            <a:ext cx="2298700" cy="276999"/>
          </a:xfrm>
          <a:prstGeom prst="rect">
            <a:avLst/>
          </a:prstGeom>
          <a:noFill/>
        </p:spPr>
        <p:txBody>
          <a:bodyPr wrap="square" rtlCol="0">
            <a:spAutoFit/>
          </a:bodyPr>
          <a:lstStyle/>
          <a:p>
            <a:r>
              <a:rPr lang="en-ID" sz="1200" dirty="0">
                <a:solidFill>
                  <a:srgbClr val="FF0000"/>
                </a:solidFill>
                <a:latin typeface="ADLaM Display" panose="020F0502020204030204" pitchFamily="2" charset="0"/>
                <a:ea typeface="ADLaM Display" panose="020F0502020204030204" pitchFamily="2" charset="0"/>
                <a:cs typeface="ADLaM Display" panose="020F0502020204030204" pitchFamily="2" charset="0"/>
              </a:rPr>
              <a:t>PT GRID Resistor Indonesia</a:t>
            </a:r>
          </a:p>
        </p:txBody>
      </p:sp>
      <p:pic>
        <p:nvPicPr>
          <p:cNvPr id="3" name="Picture 7">
            <a:extLst>
              <a:ext uri="{FF2B5EF4-FFF2-40B4-BE49-F238E27FC236}">
                <a16:creationId xmlns:a16="http://schemas.microsoft.com/office/drawing/2014/main" id="{1747FB94-9485-7E90-3DA1-6524BE40BBF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727369" y="536359"/>
            <a:ext cx="906550" cy="30808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5">
            <a:extLst>
              <a:ext uri="{FF2B5EF4-FFF2-40B4-BE49-F238E27FC236}">
                <a16:creationId xmlns:a16="http://schemas.microsoft.com/office/drawing/2014/main" id="{498702F5-D3FA-1D93-FCE8-8FA4FAA2BD1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794889" y="6085605"/>
            <a:ext cx="939238" cy="24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5058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487C8-F828-BBC7-843F-D1687FD11104}"/>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12A9F617-B5E2-A801-E0D4-7CF3362CE982}"/>
              </a:ext>
            </a:extLst>
          </p:cNvPr>
          <p:cNvSpPr>
            <a:spLocks noGrp="1"/>
          </p:cNvSpPr>
          <p:nvPr>
            <p:ph type="title"/>
          </p:nvPr>
        </p:nvSpPr>
        <p:spPr>
          <a:xfrm>
            <a:off x="950238" y="188059"/>
            <a:ext cx="5000318" cy="923091"/>
          </a:xfrm>
        </p:spPr>
        <p:txBody>
          <a:bodyPr/>
          <a:lstStyle/>
          <a:p>
            <a:r>
              <a:rPr lang="en-US" dirty="0"/>
              <a:t>industry coverages…</a:t>
            </a:r>
          </a:p>
        </p:txBody>
      </p:sp>
      <p:sp>
        <p:nvSpPr>
          <p:cNvPr id="3" name="Content Placeholder 2">
            <a:extLst>
              <a:ext uri="{FF2B5EF4-FFF2-40B4-BE49-F238E27FC236}">
                <a16:creationId xmlns:a16="http://schemas.microsoft.com/office/drawing/2014/main" id="{52A6AF80-EDD0-CFE5-2894-D6572FA6BF55}"/>
              </a:ext>
            </a:extLst>
          </p:cNvPr>
          <p:cNvSpPr txBox="1">
            <a:spLocks/>
          </p:cNvSpPr>
          <p:nvPr/>
        </p:nvSpPr>
        <p:spPr>
          <a:xfrm>
            <a:off x="950238" y="2088932"/>
            <a:ext cx="8552264" cy="4119463"/>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800" kern="1200" spc="200" baseline="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lgn="l">
              <a:spcBef>
                <a:spcPts val="600"/>
              </a:spcBef>
              <a:buFont typeface="Wingdings" panose="05000000000000000000" pitchFamily="2" charset="2"/>
              <a:buChar char="q"/>
            </a:pPr>
            <a:r>
              <a:rPr lang="en-US" sz="2800" b="1" dirty="0">
                <a:solidFill>
                  <a:schemeClr val="tx1"/>
                </a:solidFill>
              </a:rPr>
              <a:t>Power Plants </a:t>
            </a:r>
          </a:p>
          <a:p>
            <a:pPr marL="457200" indent="-457200" algn="l">
              <a:spcBef>
                <a:spcPts val="600"/>
              </a:spcBef>
              <a:buFont typeface="Wingdings" panose="05000000000000000000" pitchFamily="2" charset="2"/>
              <a:buChar char="q"/>
            </a:pPr>
            <a:r>
              <a:rPr lang="en-US" sz="2800" b="1" dirty="0">
                <a:solidFill>
                  <a:schemeClr val="tx1"/>
                </a:solidFill>
              </a:rPr>
              <a:t>Steel Industries</a:t>
            </a:r>
          </a:p>
          <a:p>
            <a:pPr marL="457200" indent="-457200" algn="l">
              <a:spcBef>
                <a:spcPts val="600"/>
              </a:spcBef>
              <a:buFont typeface="Wingdings" panose="05000000000000000000" pitchFamily="2" charset="2"/>
              <a:buChar char="q"/>
            </a:pPr>
            <a:r>
              <a:rPr lang="en-US" sz="2800" b="1" dirty="0">
                <a:solidFill>
                  <a:schemeClr val="tx1"/>
                </a:solidFill>
              </a:rPr>
              <a:t>Glass Manufacturers</a:t>
            </a:r>
          </a:p>
          <a:p>
            <a:pPr marL="457200" indent="-457200" algn="l">
              <a:spcBef>
                <a:spcPts val="600"/>
              </a:spcBef>
              <a:buFont typeface="Wingdings" panose="05000000000000000000" pitchFamily="2" charset="2"/>
              <a:buChar char="q"/>
            </a:pPr>
            <a:r>
              <a:rPr lang="en-US" sz="2800" b="1" dirty="0">
                <a:solidFill>
                  <a:schemeClr val="tx1"/>
                </a:solidFill>
              </a:rPr>
              <a:t>Oil &amp; Gas Industries</a:t>
            </a:r>
          </a:p>
          <a:p>
            <a:pPr marL="457200" indent="-457200" algn="l">
              <a:spcBef>
                <a:spcPts val="600"/>
              </a:spcBef>
              <a:buFont typeface="Wingdings" panose="05000000000000000000" pitchFamily="2" charset="2"/>
              <a:buChar char="q"/>
            </a:pPr>
            <a:r>
              <a:rPr lang="en-US" sz="2800" b="1" dirty="0">
                <a:solidFill>
                  <a:schemeClr val="tx1"/>
                </a:solidFill>
              </a:rPr>
              <a:t>Chemicals and Petrochemicals Industries</a:t>
            </a:r>
          </a:p>
          <a:p>
            <a:pPr marL="457200" indent="-457200" algn="l">
              <a:spcBef>
                <a:spcPts val="600"/>
              </a:spcBef>
              <a:buFont typeface="Wingdings" panose="05000000000000000000" pitchFamily="2" charset="2"/>
              <a:buChar char="q"/>
            </a:pPr>
            <a:r>
              <a:rPr lang="en-US" sz="2800" b="1" dirty="0">
                <a:solidFill>
                  <a:schemeClr val="tx1"/>
                </a:solidFill>
              </a:rPr>
              <a:t>Shipyards</a:t>
            </a:r>
          </a:p>
          <a:p>
            <a:pPr marL="457200" indent="-457200" algn="l">
              <a:spcBef>
                <a:spcPts val="600"/>
              </a:spcBef>
              <a:buFont typeface="Wingdings" panose="05000000000000000000" pitchFamily="2" charset="2"/>
              <a:buChar char="q"/>
            </a:pPr>
            <a:r>
              <a:rPr lang="en-US" sz="2800" b="1" dirty="0" err="1">
                <a:solidFill>
                  <a:schemeClr val="tx1"/>
                </a:solidFill>
              </a:rPr>
              <a:t>Aviations</a:t>
            </a:r>
            <a:endParaRPr lang="en-US" sz="2800" b="1" dirty="0">
              <a:solidFill>
                <a:schemeClr val="tx1"/>
              </a:solidFill>
            </a:endParaRPr>
          </a:p>
          <a:p>
            <a:pPr marL="457200" indent="-457200" algn="l">
              <a:spcBef>
                <a:spcPts val="600"/>
              </a:spcBef>
              <a:buFont typeface="Wingdings" panose="05000000000000000000" pitchFamily="2" charset="2"/>
              <a:buChar char="q"/>
            </a:pPr>
            <a:r>
              <a:rPr lang="en-US" sz="2800" b="1" dirty="0">
                <a:solidFill>
                  <a:schemeClr val="tx1"/>
                </a:solidFill>
              </a:rPr>
              <a:t>Other related industries</a:t>
            </a:r>
          </a:p>
          <a:p>
            <a:pPr marL="457200" indent="-457200" algn="l">
              <a:spcBef>
                <a:spcPts val="600"/>
              </a:spcBef>
              <a:buFont typeface="Wingdings" panose="05000000000000000000" pitchFamily="2" charset="2"/>
              <a:buChar char="q"/>
            </a:pPr>
            <a:endParaRPr lang="en-US" sz="2800" b="1" dirty="0">
              <a:solidFill>
                <a:schemeClr val="tx1"/>
              </a:solidFill>
            </a:endParaRPr>
          </a:p>
          <a:p>
            <a:pPr marL="457200" indent="-457200" algn="l">
              <a:spcBef>
                <a:spcPts val="600"/>
              </a:spcBef>
              <a:buFont typeface="Wingdings" panose="05000000000000000000" pitchFamily="2" charset="2"/>
              <a:buChar char="q"/>
            </a:pPr>
            <a:endParaRPr lang="en-US" sz="2800" b="1" dirty="0">
              <a:solidFill>
                <a:schemeClr val="tx1"/>
              </a:solidFill>
            </a:endParaRPr>
          </a:p>
          <a:p>
            <a:pPr marL="457200" indent="-457200" algn="l">
              <a:spcBef>
                <a:spcPts val="600"/>
              </a:spcBef>
              <a:buFont typeface="Wingdings" panose="05000000000000000000" pitchFamily="2" charset="2"/>
              <a:buChar char="q"/>
            </a:pPr>
            <a:endParaRPr lang="en-US" sz="2800" b="1" dirty="0">
              <a:solidFill>
                <a:schemeClr val="tx1"/>
              </a:solidFill>
            </a:endParaRPr>
          </a:p>
        </p:txBody>
      </p:sp>
      <p:sp>
        <p:nvSpPr>
          <p:cNvPr id="2" name="TextBox 1">
            <a:extLst>
              <a:ext uri="{FF2B5EF4-FFF2-40B4-BE49-F238E27FC236}">
                <a16:creationId xmlns:a16="http://schemas.microsoft.com/office/drawing/2014/main" id="{B5C24F2B-B705-B910-0B96-154562CE66FD}"/>
              </a:ext>
            </a:extLst>
          </p:cNvPr>
          <p:cNvSpPr txBox="1"/>
          <p:nvPr/>
        </p:nvSpPr>
        <p:spPr>
          <a:xfrm>
            <a:off x="7607300" y="161299"/>
            <a:ext cx="2298700" cy="276999"/>
          </a:xfrm>
          <a:prstGeom prst="rect">
            <a:avLst/>
          </a:prstGeom>
          <a:noFill/>
        </p:spPr>
        <p:txBody>
          <a:bodyPr wrap="square" rtlCol="0">
            <a:spAutoFit/>
          </a:bodyPr>
          <a:lstStyle/>
          <a:p>
            <a:r>
              <a:rPr lang="en-ID" sz="1200" dirty="0">
                <a:solidFill>
                  <a:srgbClr val="FF0000"/>
                </a:solidFill>
                <a:latin typeface="ADLaM Display" panose="020F0502020204030204" pitchFamily="2" charset="0"/>
                <a:ea typeface="ADLaM Display" panose="020F0502020204030204" pitchFamily="2" charset="0"/>
                <a:cs typeface="ADLaM Display" panose="020F0502020204030204" pitchFamily="2" charset="0"/>
              </a:rPr>
              <a:t>PT GRID Resistor Indonesia</a:t>
            </a:r>
          </a:p>
        </p:txBody>
      </p:sp>
      <p:pic>
        <p:nvPicPr>
          <p:cNvPr id="5" name="Picture 7">
            <a:extLst>
              <a:ext uri="{FF2B5EF4-FFF2-40B4-BE49-F238E27FC236}">
                <a16:creationId xmlns:a16="http://schemas.microsoft.com/office/drawing/2014/main" id="{58E41C5F-FCE0-FF0F-0258-2F6866C46B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7369" y="536359"/>
            <a:ext cx="906550" cy="30808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3A1FBB2-24CE-18E6-F22A-B9FABF57F6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94889" y="6085605"/>
            <a:ext cx="939238" cy="24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6747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5A045-2F0A-9EC5-DED8-7777B112FB3C}"/>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26D83D83-8794-2FB1-CAAA-CC6C185BB570}"/>
              </a:ext>
            </a:extLst>
          </p:cNvPr>
          <p:cNvSpPr>
            <a:spLocks noGrp="1"/>
          </p:cNvSpPr>
          <p:nvPr>
            <p:ph type="title"/>
          </p:nvPr>
        </p:nvSpPr>
        <p:spPr>
          <a:xfrm>
            <a:off x="776614" y="74813"/>
            <a:ext cx="5000318" cy="923091"/>
          </a:xfrm>
        </p:spPr>
        <p:txBody>
          <a:bodyPr/>
          <a:lstStyle/>
          <a:p>
            <a:r>
              <a:rPr lang="en-US" dirty="0"/>
              <a:t>applications…</a:t>
            </a:r>
          </a:p>
        </p:txBody>
      </p:sp>
      <p:sp>
        <p:nvSpPr>
          <p:cNvPr id="12" name="TextBox 11">
            <a:extLst>
              <a:ext uri="{FF2B5EF4-FFF2-40B4-BE49-F238E27FC236}">
                <a16:creationId xmlns:a16="http://schemas.microsoft.com/office/drawing/2014/main" id="{6D88C013-9FAB-396D-47BF-D317CBAE3E37}"/>
              </a:ext>
            </a:extLst>
          </p:cNvPr>
          <p:cNvSpPr txBox="1"/>
          <p:nvPr/>
        </p:nvSpPr>
        <p:spPr>
          <a:xfrm>
            <a:off x="776614" y="1204060"/>
            <a:ext cx="4223704" cy="1415772"/>
          </a:xfrm>
          <a:prstGeom prst="rect">
            <a:avLst/>
          </a:prstGeom>
          <a:noFill/>
        </p:spPr>
        <p:txBody>
          <a:bodyPr wrap="square">
            <a:spAutoFit/>
          </a:bodyPr>
          <a:lstStyle/>
          <a:p>
            <a:pPr algn="l" rtl="0" fontAlgn="base">
              <a:buNone/>
            </a:pPr>
            <a:r>
              <a:rPr lang="en-US" sz="1600" b="1" dirty="0">
                <a:solidFill>
                  <a:srgbClr val="444444"/>
                </a:solidFill>
                <a:latin typeface="libre baskerville" panose="02000000000000000000" pitchFamily="2" charset="0"/>
              </a:rPr>
              <a:t>Neutral Grounding</a:t>
            </a:r>
          </a:p>
          <a:p>
            <a:pPr algn="l" rtl="0" fontAlgn="base">
              <a:buNone/>
            </a:pPr>
            <a:r>
              <a:rPr lang="en-US" sz="1400" dirty="0">
                <a:solidFill>
                  <a:srgbClr val="444444"/>
                </a:solidFill>
                <a:latin typeface="helvetica-w01-light"/>
              </a:rPr>
              <a:t>The neutral of the transformer or generator is connected to ground through a Neutral Grounding Resistor(NGR) to limit phase-to-ground fault </a:t>
            </a:r>
            <a:r>
              <a:rPr lang="en-US" sz="1400" dirty="0" err="1">
                <a:solidFill>
                  <a:srgbClr val="444444"/>
                </a:solidFill>
                <a:latin typeface="helvetica-w01-light"/>
              </a:rPr>
              <a:t>currents.The</a:t>
            </a:r>
            <a:r>
              <a:rPr lang="en-US" sz="1400" dirty="0">
                <a:solidFill>
                  <a:srgbClr val="444444"/>
                </a:solidFill>
                <a:latin typeface="helvetica-w01-light"/>
              </a:rPr>
              <a:t> reasons for limiting the current, in case of a line-to ground fault.</a:t>
            </a:r>
          </a:p>
        </p:txBody>
      </p:sp>
      <p:sp>
        <p:nvSpPr>
          <p:cNvPr id="14" name="TextBox 13">
            <a:extLst>
              <a:ext uri="{FF2B5EF4-FFF2-40B4-BE49-F238E27FC236}">
                <a16:creationId xmlns:a16="http://schemas.microsoft.com/office/drawing/2014/main" id="{DD5824E6-294B-FA56-4A7D-3D3514F7D173}"/>
              </a:ext>
            </a:extLst>
          </p:cNvPr>
          <p:cNvSpPr txBox="1"/>
          <p:nvPr/>
        </p:nvSpPr>
        <p:spPr>
          <a:xfrm>
            <a:off x="4953000" y="3914564"/>
            <a:ext cx="4781127" cy="2092881"/>
          </a:xfrm>
          <a:prstGeom prst="rect">
            <a:avLst/>
          </a:prstGeom>
          <a:noFill/>
        </p:spPr>
        <p:txBody>
          <a:bodyPr wrap="square">
            <a:spAutoFit/>
          </a:bodyPr>
          <a:lstStyle/>
          <a:p>
            <a:pPr algn="l" rtl="0" fontAlgn="base">
              <a:buNone/>
            </a:pPr>
            <a:r>
              <a:rPr lang="en-US" b="1" dirty="0">
                <a:solidFill>
                  <a:srgbClr val="444444"/>
                </a:solidFill>
                <a:latin typeface="libre baskerville" panose="02000000000000000000" pitchFamily="2" charset="0"/>
              </a:rPr>
              <a:t>Dynamic Braking</a:t>
            </a:r>
          </a:p>
          <a:p>
            <a:pPr algn="l" rtl="0" fontAlgn="base">
              <a:buNone/>
            </a:pPr>
            <a:r>
              <a:rPr lang="en-US" sz="1400" dirty="0">
                <a:solidFill>
                  <a:srgbClr val="444444"/>
                </a:solidFill>
                <a:latin typeface="helvetica-w01-light"/>
              </a:rPr>
              <a:t>Dynamic braking resistors are used for rheostatic braking of electrical motors. The excess kinetic energy resulting from braking or slowing down the load is dissipated on electrical resistors.</a:t>
            </a:r>
          </a:p>
          <a:p>
            <a:pPr algn="l" rtl="0" fontAlgn="base">
              <a:buNone/>
            </a:pPr>
            <a:r>
              <a:rPr lang="en-US" sz="1400" dirty="0">
                <a:solidFill>
                  <a:srgbClr val="444444"/>
                </a:solidFill>
                <a:latin typeface="helvetica-w01-light"/>
              </a:rPr>
              <a:t>​​</a:t>
            </a:r>
          </a:p>
          <a:p>
            <a:pPr algn="l" rtl="0" fontAlgn="base">
              <a:buNone/>
            </a:pPr>
            <a:r>
              <a:rPr lang="en-US" sz="1400" dirty="0">
                <a:solidFill>
                  <a:srgbClr val="444444"/>
                </a:solidFill>
                <a:latin typeface="helvetica-w01-light"/>
              </a:rPr>
              <a:t>We design powerful braking resistors for applications of centrifuges, cranes and similar applications where DBRs are required.</a:t>
            </a:r>
          </a:p>
        </p:txBody>
      </p:sp>
      <p:sp>
        <p:nvSpPr>
          <p:cNvPr id="16" name="TextBox 15">
            <a:extLst>
              <a:ext uri="{FF2B5EF4-FFF2-40B4-BE49-F238E27FC236}">
                <a16:creationId xmlns:a16="http://schemas.microsoft.com/office/drawing/2014/main" id="{A50412F4-5594-DBE6-70A1-ECCE1800ADA2}"/>
              </a:ext>
            </a:extLst>
          </p:cNvPr>
          <p:cNvSpPr txBox="1"/>
          <p:nvPr/>
        </p:nvSpPr>
        <p:spPr>
          <a:xfrm>
            <a:off x="4953000" y="1016170"/>
            <a:ext cx="4680919" cy="2769989"/>
          </a:xfrm>
          <a:prstGeom prst="rect">
            <a:avLst/>
          </a:prstGeom>
          <a:noFill/>
        </p:spPr>
        <p:txBody>
          <a:bodyPr wrap="square">
            <a:spAutoFit/>
          </a:bodyPr>
          <a:lstStyle/>
          <a:p>
            <a:pPr algn="l" rtl="0" fontAlgn="base">
              <a:buNone/>
            </a:pPr>
            <a:r>
              <a:rPr lang="en-US" b="1" dirty="0" err="1">
                <a:solidFill>
                  <a:srgbClr val="444444"/>
                </a:solidFill>
                <a:latin typeface="libre baskerville" panose="02000000000000000000" pitchFamily="2" charset="0"/>
              </a:rPr>
              <a:t>Loadbanks</a:t>
            </a:r>
            <a:endParaRPr lang="en-US" b="1" dirty="0">
              <a:solidFill>
                <a:srgbClr val="444444"/>
              </a:solidFill>
              <a:latin typeface="libre baskerville" panose="02000000000000000000" pitchFamily="2" charset="0"/>
            </a:endParaRPr>
          </a:p>
          <a:p>
            <a:pPr algn="l" rtl="0" fontAlgn="base">
              <a:buNone/>
            </a:pPr>
            <a:r>
              <a:rPr lang="en-US" sz="1400" dirty="0" err="1">
                <a:solidFill>
                  <a:srgbClr val="444444"/>
                </a:solidFill>
                <a:latin typeface="helvetica-w01-light"/>
              </a:rPr>
              <a:t>Loadbanks</a:t>
            </a:r>
            <a:r>
              <a:rPr lang="en-US" sz="1400" dirty="0">
                <a:solidFill>
                  <a:srgbClr val="444444"/>
                </a:solidFill>
                <a:latin typeface="helvetica-w01-light"/>
              </a:rPr>
              <a:t> are resistors for loading gensets or other power sources so that they can be tested to ensure they can deliver their rated power in actual loading conditions.</a:t>
            </a:r>
          </a:p>
          <a:p>
            <a:pPr marL="285750" indent="-285750" fontAlgn="base">
              <a:buFont typeface="Wingdings" panose="05000000000000000000" pitchFamily="2" charset="2"/>
              <a:buChar char="q"/>
            </a:pPr>
            <a:r>
              <a:rPr lang="en-US" sz="1600" dirty="0">
                <a:solidFill>
                  <a:srgbClr val="444444"/>
                </a:solidFill>
                <a:latin typeface="helvetica-w01-light"/>
              </a:rPr>
              <a:t> </a:t>
            </a:r>
            <a:r>
              <a:rPr lang="en-US" sz="1400" dirty="0">
                <a:solidFill>
                  <a:srgbClr val="444444"/>
                </a:solidFill>
                <a:latin typeface="helvetica-w01-light"/>
              </a:rPr>
              <a:t>Factory testing of Diesel Gensets,</a:t>
            </a:r>
          </a:p>
          <a:p>
            <a:pPr marL="285750" indent="-285750" fontAlgn="base">
              <a:buFont typeface="Wingdings" panose="05000000000000000000" pitchFamily="2" charset="2"/>
              <a:buChar char="q"/>
            </a:pPr>
            <a:r>
              <a:rPr lang="en-US" sz="1400" dirty="0">
                <a:solidFill>
                  <a:srgbClr val="444444"/>
                </a:solidFill>
                <a:latin typeface="helvetica-w01-light"/>
              </a:rPr>
              <a:t> Periodic exercising of stand-by engine Gensets,</a:t>
            </a:r>
          </a:p>
          <a:p>
            <a:pPr marL="285750" indent="-285750" fontAlgn="base">
              <a:buFont typeface="Wingdings" panose="05000000000000000000" pitchFamily="2" charset="2"/>
              <a:buChar char="q"/>
            </a:pPr>
            <a:r>
              <a:rPr lang="en-US" sz="1400" dirty="0">
                <a:solidFill>
                  <a:srgbClr val="444444"/>
                </a:solidFill>
                <a:latin typeface="helvetica-w01-light"/>
              </a:rPr>
              <a:t> UPS System testing​</a:t>
            </a:r>
          </a:p>
          <a:p>
            <a:pPr marL="285750" indent="-285750" fontAlgn="base">
              <a:buFont typeface="Wingdings" panose="05000000000000000000" pitchFamily="2" charset="2"/>
              <a:buChar char="q"/>
            </a:pPr>
            <a:r>
              <a:rPr lang="en-US" sz="1400" dirty="0">
                <a:solidFill>
                  <a:srgbClr val="444444"/>
                </a:solidFill>
                <a:latin typeface="helvetica-w01-light"/>
              </a:rPr>
              <a:t> Battery System testing</a:t>
            </a:r>
          </a:p>
          <a:p>
            <a:pPr marL="285750" indent="-285750" fontAlgn="base">
              <a:buFont typeface="Wingdings" panose="05000000000000000000" pitchFamily="2" charset="2"/>
              <a:buChar char="q"/>
            </a:pPr>
            <a:r>
              <a:rPr lang="en-US" sz="1400" dirty="0">
                <a:solidFill>
                  <a:srgbClr val="444444"/>
                </a:solidFill>
                <a:latin typeface="helvetica-w01-light"/>
              </a:rPr>
              <a:t> Aviation Ground Power Unit (GPU) Testing</a:t>
            </a:r>
          </a:p>
          <a:p>
            <a:pPr marL="285750" indent="-285750" fontAlgn="base">
              <a:buFont typeface="Wingdings" panose="05000000000000000000" pitchFamily="2" charset="2"/>
              <a:buChar char="q"/>
            </a:pPr>
            <a:r>
              <a:rPr lang="en-US" sz="1400" dirty="0">
                <a:solidFill>
                  <a:srgbClr val="444444"/>
                </a:solidFill>
                <a:latin typeface="helvetica-w01-light"/>
              </a:rPr>
              <a:t> Load optimization in prime power applications</a:t>
            </a:r>
          </a:p>
          <a:p>
            <a:pPr marL="285750" indent="-285750" fontAlgn="base">
              <a:buFont typeface="Wingdings" panose="05000000000000000000" pitchFamily="2" charset="2"/>
              <a:buChar char="q"/>
            </a:pPr>
            <a:r>
              <a:rPr lang="en-US" sz="1400" dirty="0">
                <a:solidFill>
                  <a:srgbClr val="444444"/>
                </a:solidFill>
                <a:latin typeface="helvetica-w01-light"/>
              </a:rPr>
              <a:t> Remove and prevent carbon-buildup on piston heads</a:t>
            </a:r>
          </a:p>
        </p:txBody>
      </p:sp>
      <p:sp>
        <p:nvSpPr>
          <p:cNvPr id="18" name="TextBox 17">
            <a:extLst>
              <a:ext uri="{FF2B5EF4-FFF2-40B4-BE49-F238E27FC236}">
                <a16:creationId xmlns:a16="http://schemas.microsoft.com/office/drawing/2014/main" id="{2797E4C9-66F8-BDE1-2809-5C4AA86C8D1E}"/>
              </a:ext>
            </a:extLst>
          </p:cNvPr>
          <p:cNvSpPr txBox="1"/>
          <p:nvPr/>
        </p:nvSpPr>
        <p:spPr>
          <a:xfrm>
            <a:off x="776614" y="2826077"/>
            <a:ext cx="4223704" cy="3139321"/>
          </a:xfrm>
          <a:prstGeom prst="rect">
            <a:avLst/>
          </a:prstGeom>
          <a:noFill/>
        </p:spPr>
        <p:txBody>
          <a:bodyPr wrap="square">
            <a:spAutoFit/>
          </a:bodyPr>
          <a:lstStyle/>
          <a:p>
            <a:pPr algn="l" rtl="0" fontAlgn="base">
              <a:buNone/>
            </a:pPr>
            <a:r>
              <a:rPr lang="en-US" sz="1600" b="1" dirty="0">
                <a:solidFill>
                  <a:srgbClr val="444444"/>
                </a:solidFill>
                <a:latin typeface="libre baskerville" panose="02000000000000000000" pitchFamily="2" charset="0"/>
              </a:rPr>
              <a:t>Motor Starting</a:t>
            </a:r>
          </a:p>
          <a:p>
            <a:pPr algn="l" rtl="0" fontAlgn="base">
              <a:buNone/>
            </a:pPr>
            <a:r>
              <a:rPr lang="en-US" sz="1400" dirty="0">
                <a:solidFill>
                  <a:srgbClr val="444444"/>
                </a:solidFill>
                <a:latin typeface="helvetica-w01-light"/>
              </a:rPr>
              <a:t>Our resistor units are widely used in motor control applications where electronic drive systems become inadequate due to severe operating conditions having heavy vibration, very high ambient temperatures, dust and humidity as the prime parameter of design.</a:t>
            </a:r>
          </a:p>
          <a:p>
            <a:pPr algn="l" rtl="0" fontAlgn="base">
              <a:buNone/>
            </a:pPr>
            <a:endParaRPr lang="en-US" sz="1400" dirty="0">
              <a:solidFill>
                <a:srgbClr val="444444"/>
              </a:solidFill>
              <a:latin typeface="helvetica-w01-light"/>
            </a:endParaRPr>
          </a:p>
          <a:p>
            <a:pPr algn="l" rtl="0" fontAlgn="base">
              <a:buNone/>
            </a:pPr>
            <a:r>
              <a:rPr lang="en-US" sz="1400" dirty="0">
                <a:solidFill>
                  <a:srgbClr val="444444"/>
                </a:solidFill>
                <a:latin typeface="helvetica-w01-light"/>
              </a:rPr>
              <a:t>Start resistors are used in conjunction with switch-starters or contactors for starting and speed regulating of AC slipring motors as well as DC motors. Contrary to popular belief, starting resistors are still used widely in heavy industries such as Iron and Steel Mills, Cement Plants, Mines.</a:t>
            </a:r>
          </a:p>
        </p:txBody>
      </p:sp>
      <p:sp>
        <p:nvSpPr>
          <p:cNvPr id="2" name="TextBox 1">
            <a:extLst>
              <a:ext uri="{FF2B5EF4-FFF2-40B4-BE49-F238E27FC236}">
                <a16:creationId xmlns:a16="http://schemas.microsoft.com/office/drawing/2014/main" id="{517F07BD-B62A-503D-0CEB-5B203A268EEE}"/>
              </a:ext>
            </a:extLst>
          </p:cNvPr>
          <p:cNvSpPr txBox="1"/>
          <p:nvPr/>
        </p:nvSpPr>
        <p:spPr>
          <a:xfrm>
            <a:off x="7607300" y="161299"/>
            <a:ext cx="2298700" cy="276999"/>
          </a:xfrm>
          <a:prstGeom prst="rect">
            <a:avLst/>
          </a:prstGeom>
          <a:noFill/>
        </p:spPr>
        <p:txBody>
          <a:bodyPr wrap="square" rtlCol="0">
            <a:spAutoFit/>
          </a:bodyPr>
          <a:lstStyle/>
          <a:p>
            <a:r>
              <a:rPr lang="en-ID" sz="1200" dirty="0">
                <a:solidFill>
                  <a:srgbClr val="FF0000"/>
                </a:solidFill>
                <a:latin typeface="ADLaM Display" panose="020F0502020204030204" pitchFamily="2" charset="0"/>
                <a:ea typeface="ADLaM Display" panose="020F0502020204030204" pitchFamily="2" charset="0"/>
                <a:cs typeface="ADLaM Display" panose="020F0502020204030204" pitchFamily="2" charset="0"/>
              </a:rPr>
              <a:t>PT GRID Resistor Indonesia</a:t>
            </a:r>
          </a:p>
        </p:txBody>
      </p:sp>
      <p:pic>
        <p:nvPicPr>
          <p:cNvPr id="3" name="Picture 7">
            <a:extLst>
              <a:ext uri="{FF2B5EF4-FFF2-40B4-BE49-F238E27FC236}">
                <a16:creationId xmlns:a16="http://schemas.microsoft.com/office/drawing/2014/main" id="{CFEA63AF-86FB-B2B1-ACF3-4928DF8D0F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7369" y="536359"/>
            <a:ext cx="906550" cy="30808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5">
            <a:extLst>
              <a:ext uri="{FF2B5EF4-FFF2-40B4-BE49-F238E27FC236}">
                <a16:creationId xmlns:a16="http://schemas.microsoft.com/office/drawing/2014/main" id="{F03E4110-C4B1-A9EF-1EAB-E723B20312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94889" y="6085605"/>
            <a:ext cx="939238" cy="24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8262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A78CC-BA1A-1335-D4A7-A3A26B3A0FF3}"/>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5E41807D-DB51-1185-897E-4AA64F20AF5B}"/>
              </a:ext>
            </a:extLst>
          </p:cNvPr>
          <p:cNvSpPr>
            <a:spLocks noGrp="1"/>
          </p:cNvSpPr>
          <p:nvPr>
            <p:ph type="title"/>
          </p:nvPr>
        </p:nvSpPr>
        <p:spPr>
          <a:xfrm>
            <a:off x="806439" y="50030"/>
            <a:ext cx="5000318" cy="923091"/>
          </a:xfrm>
        </p:spPr>
        <p:txBody>
          <a:bodyPr/>
          <a:lstStyle/>
          <a:p>
            <a:r>
              <a:rPr lang="en-US" dirty="0"/>
              <a:t>products….</a:t>
            </a:r>
          </a:p>
        </p:txBody>
      </p:sp>
      <p:sp>
        <p:nvSpPr>
          <p:cNvPr id="2" name="TextBox 1">
            <a:extLst>
              <a:ext uri="{FF2B5EF4-FFF2-40B4-BE49-F238E27FC236}">
                <a16:creationId xmlns:a16="http://schemas.microsoft.com/office/drawing/2014/main" id="{2BD6DBED-C9FA-E7E3-6BC8-8CB107927A27}"/>
              </a:ext>
            </a:extLst>
          </p:cNvPr>
          <p:cNvSpPr txBox="1"/>
          <p:nvPr/>
        </p:nvSpPr>
        <p:spPr>
          <a:xfrm>
            <a:off x="806439" y="3180820"/>
            <a:ext cx="2228965" cy="276999"/>
          </a:xfrm>
          <a:prstGeom prst="rect">
            <a:avLst/>
          </a:prstGeom>
          <a:noFill/>
        </p:spPr>
        <p:txBody>
          <a:bodyPr wrap="square" rtlCol="0">
            <a:spAutoFit/>
          </a:bodyPr>
          <a:lstStyle/>
          <a:p>
            <a:r>
              <a:rPr lang="en-ID" sz="1200" b="1" dirty="0"/>
              <a:t>LOAD BANKS</a:t>
            </a:r>
          </a:p>
        </p:txBody>
      </p:sp>
      <p:pic>
        <p:nvPicPr>
          <p:cNvPr id="5124" name="Picture 4" descr="Oil Cooled Starters 800 kW">
            <a:extLst>
              <a:ext uri="{FF2B5EF4-FFF2-40B4-BE49-F238E27FC236}">
                <a16:creationId xmlns:a16="http://schemas.microsoft.com/office/drawing/2014/main" id="{DA9DC7C5-8B20-C35C-8EBB-617E0E4F37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7643" y="1564941"/>
            <a:ext cx="1539813" cy="115486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DDC2652-D294-1FF8-D632-11E31A7C1459}"/>
              </a:ext>
            </a:extLst>
          </p:cNvPr>
          <p:cNvSpPr txBox="1"/>
          <p:nvPr/>
        </p:nvSpPr>
        <p:spPr>
          <a:xfrm>
            <a:off x="2277372" y="2745217"/>
            <a:ext cx="2228965" cy="276999"/>
          </a:xfrm>
          <a:prstGeom prst="rect">
            <a:avLst/>
          </a:prstGeom>
          <a:noFill/>
        </p:spPr>
        <p:txBody>
          <a:bodyPr wrap="square" rtlCol="0">
            <a:spAutoFit/>
          </a:bodyPr>
          <a:lstStyle/>
          <a:p>
            <a:r>
              <a:rPr lang="en-ID" sz="1200" b="1" dirty="0"/>
              <a:t>OIL COOLED STARTER</a:t>
            </a:r>
          </a:p>
        </p:txBody>
      </p:sp>
      <p:pic>
        <p:nvPicPr>
          <p:cNvPr id="5126" name="Picture 6" descr="11 kV Genset NGR Vacuum Switches">
            <a:extLst>
              <a:ext uri="{FF2B5EF4-FFF2-40B4-BE49-F238E27FC236}">
                <a16:creationId xmlns:a16="http://schemas.microsoft.com/office/drawing/2014/main" id="{E2337FAF-7B87-C13B-276C-4200E4A6E8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7188" y="3523936"/>
            <a:ext cx="1708681" cy="22795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3EE71AA-4BFE-109D-4DD0-5A936F38B80C}"/>
              </a:ext>
            </a:extLst>
          </p:cNvPr>
          <p:cNvSpPr txBox="1"/>
          <p:nvPr/>
        </p:nvSpPr>
        <p:spPr>
          <a:xfrm>
            <a:off x="870095" y="5943215"/>
            <a:ext cx="2228965" cy="461665"/>
          </a:xfrm>
          <a:prstGeom prst="rect">
            <a:avLst/>
          </a:prstGeom>
          <a:noFill/>
        </p:spPr>
        <p:txBody>
          <a:bodyPr wrap="square" rtlCol="0">
            <a:spAutoFit/>
          </a:bodyPr>
          <a:lstStyle/>
          <a:p>
            <a:r>
              <a:rPr lang="en-ID" sz="1200" b="1" dirty="0"/>
              <a:t>GENSET NGR VACUUM SWITCHES</a:t>
            </a:r>
          </a:p>
        </p:txBody>
      </p:sp>
      <p:pic>
        <p:nvPicPr>
          <p:cNvPr id="5128" name="Picture 8" descr="400 V Loadbank 300 kW">
            <a:extLst>
              <a:ext uri="{FF2B5EF4-FFF2-40B4-BE49-F238E27FC236}">
                <a16:creationId xmlns:a16="http://schemas.microsoft.com/office/drawing/2014/main" id="{952F1924-00B2-D5A9-DE53-F6AAC26589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3923" y="973121"/>
            <a:ext cx="1435102" cy="2223232"/>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NGT+secondary resistor">
            <a:extLst>
              <a:ext uri="{FF2B5EF4-FFF2-40B4-BE49-F238E27FC236}">
                <a16:creationId xmlns:a16="http://schemas.microsoft.com/office/drawing/2014/main" id="{D891C104-0AE0-5D15-0547-E2562C240B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5251" y="3395140"/>
            <a:ext cx="1443109" cy="14431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732423F-CDB1-FBCC-BF10-4FF08DFEE79E}"/>
              </a:ext>
            </a:extLst>
          </p:cNvPr>
          <p:cNvSpPr txBox="1"/>
          <p:nvPr/>
        </p:nvSpPr>
        <p:spPr>
          <a:xfrm>
            <a:off x="5107761" y="4894160"/>
            <a:ext cx="2228965" cy="461665"/>
          </a:xfrm>
          <a:prstGeom prst="rect">
            <a:avLst/>
          </a:prstGeom>
          <a:noFill/>
        </p:spPr>
        <p:txBody>
          <a:bodyPr wrap="square" rtlCol="0">
            <a:spAutoFit/>
          </a:bodyPr>
          <a:lstStyle/>
          <a:p>
            <a:r>
              <a:rPr lang="en-ID" sz="1200" b="1" dirty="0"/>
              <a:t>NGR + SECONDARY RESISTOR</a:t>
            </a:r>
          </a:p>
        </p:txBody>
      </p:sp>
      <p:pic>
        <p:nvPicPr>
          <p:cNvPr id="5134" name="Picture 14" descr="Motor Starting Resistors">
            <a:extLst>
              <a:ext uri="{FF2B5EF4-FFF2-40B4-BE49-F238E27FC236}">
                <a16:creationId xmlns:a16="http://schemas.microsoft.com/office/drawing/2014/main" id="{628D6CAF-3B93-BE62-FDD2-EFE16E8C46A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79196" y="1204335"/>
            <a:ext cx="1846671" cy="87768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037ED1A-396C-85D3-B71A-1E56709A2225}"/>
              </a:ext>
            </a:extLst>
          </p:cNvPr>
          <p:cNvSpPr txBox="1"/>
          <p:nvPr/>
        </p:nvSpPr>
        <p:spPr>
          <a:xfrm>
            <a:off x="7297187" y="2196108"/>
            <a:ext cx="2608813" cy="261610"/>
          </a:xfrm>
          <a:prstGeom prst="rect">
            <a:avLst/>
          </a:prstGeom>
          <a:noFill/>
        </p:spPr>
        <p:txBody>
          <a:bodyPr wrap="square" rtlCol="0">
            <a:spAutoFit/>
          </a:bodyPr>
          <a:lstStyle/>
          <a:p>
            <a:r>
              <a:rPr lang="en-ID" sz="1100" b="1" dirty="0"/>
              <a:t>MOTOR STARTING RESISTORS</a:t>
            </a:r>
          </a:p>
        </p:txBody>
      </p:sp>
      <p:pic>
        <p:nvPicPr>
          <p:cNvPr id="5136" name="Picture 16" descr="11 kV NGR">
            <a:extLst>
              <a:ext uri="{FF2B5EF4-FFF2-40B4-BE49-F238E27FC236}">
                <a16:creationId xmlns:a16="http://schemas.microsoft.com/office/drawing/2014/main" id="{2684A28B-9A63-F20F-DC4F-10FEF1C61D1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99060" y="3095569"/>
            <a:ext cx="1496896" cy="199703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6133DED-FF4D-3C2B-3258-43EC53B949FD}"/>
              </a:ext>
            </a:extLst>
          </p:cNvPr>
          <p:cNvSpPr txBox="1"/>
          <p:nvPr/>
        </p:nvSpPr>
        <p:spPr>
          <a:xfrm>
            <a:off x="3021401" y="5232303"/>
            <a:ext cx="2228965" cy="461665"/>
          </a:xfrm>
          <a:prstGeom prst="rect">
            <a:avLst/>
          </a:prstGeom>
          <a:noFill/>
        </p:spPr>
        <p:txBody>
          <a:bodyPr wrap="square" rtlCol="0">
            <a:spAutoFit/>
          </a:bodyPr>
          <a:lstStyle/>
          <a:p>
            <a:r>
              <a:rPr lang="en-ID" sz="1200" b="1" dirty="0"/>
              <a:t>11 KV NEUTRAL GROUNDING RESISTOR</a:t>
            </a:r>
          </a:p>
        </p:txBody>
      </p:sp>
      <p:pic>
        <p:nvPicPr>
          <p:cNvPr id="5138" name="Picture 18" descr="80 kW Dynamic Braking R">
            <a:extLst>
              <a:ext uri="{FF2B5EF4-FFF2-40B4-BE49-F238E27FC236}">
                <a16:creationId xmlns:a16="http://schemas.microsoft.com/office/drawing/2014/main" id="{3F5980EC-5A1F-D963-86F3-235B5FCF62F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95723" y="3091201"/>
            <a:ext cx="1793625" cy="317808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F4CAA76-5C0D-0175-D195-F80BCA0FE0ED}"/>
              </a:ext>
            </a:extLst>
          </p:cNvPr>
          <p:cNvSpPr txBox="1"/>
          <p:nvPr/>
        </p:nvSpPr>
        <p:spPr>
          <a:xfrm>
            <a:off x="6769306" y="2602250"/>
            <a:ext cx="2228965" cy="461665"/>
          </a:xfrm>
          <a:prstGeom prst="rect">
            <a:avLst/>
          </a:prstGeom>
          <a:noFill/>
        </p:spPr>
        <p:txBody>
          <a:bodyPr wrap="square" rtlCol="0">
            <a:spAutoFit/>
          </a:bodyPr>
          <a:lstStyle/>
          <a:p>
            <a:r>
              <a:rPr lang="en-ID" sz="1200" b="1" dirty="0"/>
              <a:t>DYNAMIC BREAKING RESISTOR</a:t>
            </a:r>
          </a:p>
        </p:txBody>
      </p:sp>
      <p:pic>
        <p:nvPicPr>
          <p:cNvPr id="5140" name="Picture 20" descr="HRGS Units 480 V sys">
            <a:extLst>
              <a:ext uri="{FF2B5EF4-FFF2-40B4-BE49-F238E27FC236}">
                <a16:creationId xmlns:a16="http://schemas.microsoft.com/office/drawing/2014/main" id="{3708E934-CC2A-0E30-2AD3-57261110078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35884" y="1223676"/>
            <a:ext cx="2360135" cy="177010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5E18AA0-730B-C53C-4231-ABCBDB6EC486}"/>
              </a:ext>
            </a:extLst>
          </p:cNvPr>
          <p:cNvSpPr txBox="1"/>
          <p:nvPr/>
        </p:nvSpPr>
        <p:spPr>
          <a:xfrm>
            <a:off x="4135884" y="2602250"/>
            <a:ext cx="2228965" cy="276999"/>
          </a:xfrm>
          <a:prstGeom prst="rect">
            <a:avLst/>
          </a:prstGeom>
          <a:noFill/>
        </p:spPr>
        <p:txBody>
          <a:bodyPr wrap="square" rtlCol="0">
            <a:spAutoFit/>
          </a:bodyPr>
          <a:lstStyle/>
          <a:p>
            <a:r>
              <a:rPr lang="en-ID" sz="1200" b="1" dirty="0"/>
              <a:t>HRGS</a:t>
            </a:r>
          </a:p>
        </p:txBody>
      </p:sp>
      <p:sp>
        <p:nvSpPr>
          <p:cNvPr id="11" name="TextBox 10">
            <a:extLst>
              <a:ext uri="{FF2B5EF4-FFF2-40B4-BE49-F238E27FC236}">
                <a16:creationId xmlns:a16="http://schemas.microsoft.com/office/drawing/2014/main" id="{E55A19E8-61BE-9C1C-727B-26FBCC4FE645}"/>
              </a:ext>
            </a:extLst>
          </p:cNvPr>
          <p:cNvSpPr txBox="1"/>
          <p:nvPr/>
        </p:nvSpPr>
        <p:spPr>
          <a:xfrm>
            <a:off x="7607300" y="161299"/>
            <a:ext cx="2298700" cy="276999"/>
          </a:xfrm>
          <a:prstGeom prst="rect">
            <a:avLst/>
          </a:prstGeom>
          <a:noFill/>
        </p:spPr>
        <p:txBody>
          <a:bodyPr wrap="square" rtlCol="0">
            <a:spAutoFit/>
          </a:bodyPr>
          <a:lstStyle/>
          <a:p>
            <a:r>
              <a:rPr lang="en-ID" sz="1200" dirty="0">
                <a:solidFill>
                  <a:srgbClr val="FF0000"/>
                </a:solidFill>
                <a:latin typeface="ADLaM Display" panose="020F0502020204030204" pitchFamily="2" charset="0"/>
                <a:ea typeface="ADLaM Display" panose="020F0502020204030204" pitchFamily="2" charset="0"/>
                <a:cs typeface="ADLaM Display" panose="020F0502020204030204" pitchFamily="2" charset="0"/>
              </a:rPr>
              <a:t>PT GRID Resistor Indonesia</a:t>
            </a:r>
          </a:p>
        </p:txBody>
      </p:sp>
      <p:pic>
        <p:nvPicPr>
          <p:cNvPr id="12" name="Picture 7">
            <a:extLst>
              <a:ext uri="{FF2B5EF4-FFF2-40B4-BE49-F238E27FC236}">
                <a16:creationId xmlns:a16="http://schemas.microsoft.com/office/drawing/2014/main" id="{067DE44E-522B-90CF-79FF-5B09653ED72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727369" y="536359"/>
            <a:ext cx="906550" cy="30808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5">
            <a:extLst>
              <a:ext uri="{FF2B5EF4-FFF2-40B4-BE49-F238E27FC236}">
                <a16:creationId xmlns:a16="http://schemas.microsoft.com/office/drawing/2014/main" id="{6849BFFD-AAC3-285A-0D15-9FFF8C88AF4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794889" y="6085605"/>
            <a:ext cx="939238" cy="24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8576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9C5A3-3BA5-DE97-38A5-3E905FD4E292}"/>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944C9899-A9EE-6BE5-E031-CE34B5548E5C}"/>
              </a:ext>
            </a:extLst>
          </p:cNvPr>
          <p:cNvSpPr>
            <a:spLocks noGrp="1"/>
          </p:cNvSpPr>
          <p:nvPr>
            <p:ph type="title"/>
          </p:nvPr>
        </p:nvSpPr>
        <p:spPr>
          <a:xfrm>
            <a:off x="1291798" y="30856"/>
            <a:ext cx="5000318" cy="923091"/>
          </a:xfrm>
        </p:spPr>
        <p:txBody>
          <a:bodyPr/>
          <a:lstStyle/>
          <a:p>
            <a:r>
              <a:rPr lang="en-US" dirty="0"/>
              <a:t>manufacturing facilities</a:t>
            </a:r>
          </a:p>
        </p:txBody>
      </p:sp>
      <p:pic>
        <p:nvPicPr>
          <p:cNvPr id="24" name="Picture 5">
            <a:extLst>
              <a:ext uri="{FF2B5EF4-FFF2-40B4-BE49-F238E27FC236}">
                <a16:creationId xmlns:a16="http://schemas.microsoft.com/office/drawing/2014/main" id="{257B5F75-E6E5-B810-271B-4257555121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8905" y="5222476"/>
            <a:ext cx="1369447" cy="358067"/>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Manufacturing Facility Turkey">
            <a:extLst>
              <a:ext uri="{FF2B5EF4-FFF2-40B4-BE49-F238E27FC236}">
                <a16:creationId xmlns:a16="http://schemas.microsoft.com/office/drawing/2014/main" id="{37A2F26C-A55A-55BB-A802-1CD29C84FE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8905" y="1162509"/>
            <a:ext cx="5168245" cy="387618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close-up of a sign&#10;&#10;AI-generated content may be incorrect.">
            <a:extLst>
              <a:ext uri="{FF2B5EF4-FFF2-40B4-BE49-F238E27FC236}">
                <a16:creationId xmlns:a16="http://schemas.microsoft.com/office/drawing/2014/main" id="{D0539F28-5802-DC60-8B50-6BD4FBF702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9397" y="5281969"/>
            <a:ext cx="1981204" cy="1011239"/>
          </a:xfrm>
          <a:prstGeom prst="rect">
            <a:avLst/>
          </a:prstGeom>
        </p:spPr>
      </p:pic>
      <p:sp>
        <p:nvSpPr>
          <p:cNvPr id="6" name="TextBox 5">
            <a:extLst>
              <a:ext uri="{FF2B5EF4-FFF2-40B4-BE49-F238E27FC236}">
                <a16:creationId xmlns:a16="http://schemas.microsoft.com/office/drawing/2014/main" id="{4BDD4EB2-8844-B4B7-F826-3040E9453775}"/>
              </a:ext>
            </a:extLst>
          </p:cNvPr>
          <p:cNvSpPr txBox="1"/>
          <p:nvPr/>
        </p:nvSpPr>
        <p:spPr>
          <a:xfrm>
            <a:off x="2965443" y="5218437"/>
            <a:ext cx="3975113" cy="954107"/>
          </a:xfrm>
          <a:prstGeom prst="rect">
            <a:avLst/>
          </a:prstGeom>
          <a:noFill/>
        </p:spPr>
        <p:txBody>
          <a:bodyPr wrap="square">
            <a:spAutoFit/>
          </a:bodyPr>
          <a:lstStyle/>
          <a:p>
            <a:pPr algn="l" fontAlgn="base">
              <a:buNone/>
            </a:pPr>
            <a:r>
              <a:rPr lang="it-IT" sz="1400" dirty="0">
                <a:latin typeface="+mj-lt"/>
              </a:rPr>
              <a:t>Organize Sanayi Bolgesi, </a:t>
            </a:r>
          </a:p>
          <a:p>
            <a:pPr algn="l" fontAlgn="base">
              <a:buNone/>
            </a:pPr>
            <a:r>
              <a:rPr lang="it-IT" sz="1400" dirty="0">
                <a:latin typeface="+mj-lt"/>
              </a:rPr>
              <a:t>Lacivert Cadde No:3 16140 BURSA, Turkey</a:t>
            </a:r>
          </a:p>
          <a:p>
            <a:pPr algn="l" fontAlgn="base">
              <a:buNone/>
            </a:pPr>
            <a:r>
              <a:rPr lang="it-IT" sz="1400" dirty="0">
                <a:latin typeface="+mj-lt"/>
                <a:hlinkClick r:id="rId5">
                  <a:extLst>
                    <a:ext uri="{A12FA001-AC4F-418D-AE19-62706E023703}">
                      <ahyp:hlinkClr xmlns:ahyp="http://schemas.microsoft.com/office/drawing/2018/hyperlinkcolor" val="tx"/>
                    </a:ext>
                  </a:extLst>
                </a:hlinkClick>
              </a:rPr>
              <a:t>mail@ozdirenc.com</a:t>
            </a:r>
            <a:br>
              <a:rPr lang="it-IT" sz="1400" dirty="0">
                <a:latin typeface="+mj-lt"/>
              </a:rPr>
            </a:br>
            <a:r>
              <a:rPr lang="it-IT" sz="1400" dirty="0">
                <a:latin typeface="+mj-lt"/>
                <a:hlinkClick r:id="rId6">
                  <a:extLst>
                    <a:ext uri="{A12FA001-AC4F-418D-AE19-62706E023703}">
                      <ahyp:hlinkClr xmlns:ahyp="http://schemas.microsoft.com/office/drawing/2018/hyperlinkcolor" val="tx"/>
                    </a:ext>
                  </a:extLst>
                </a:hlinkClick>
              </a:rPr>
              <a:t>Tel: ++90-224-242-91-33</a:t>
            </a:r>
            <a:endParaRPr lang="it-IT" sz="1400" dirty="0">
              <a:latin typeface="+mj-lt"/>
            </a:endParaRPr>
          </a:p>
        </p:txBody>
      </p:sp>
      <p:sp>
        <p:nvSpPr>
          <p:cNvPr id="7" name="TextBox 6">
            <a:extLst>
              <a:ext uri="{FF2B5EF4-FFF2-40B4-BE49-F238E27FC236}">
                <a16:creationId xmlns:a16="http://schemas.microsoft.com/office/drawing/2014/main" id="{D9235386-29E0-D638-C364-22CCDF602D91}"/>
              </a:ext>
            </a:extLst>
          </p:cNvPr>
          <p:cNvSpPr txBox="1"/>
          <p:nvPr/>
        </p:nvSpPr>
        <p:spPr>
          <a:xfrm>
            <a:off x="6741750" y="1378591"/>
            <a:ext cx="2981734" cy="1600438"/>
          </a:xfrm>
          <a:prstGeom prst="rect">
            <a:avLst/>
          </a:prstGeom>
          <a:noFill/>
        </p:spPr>
        <p:txBody>
          <a:bodyPr wrap="square">
            <a:spAutoFit/>
          </a:bodyPr>
          <a:lstStyle/>
          <a:p>
            <a:r>
              <a:rPr lang="en-US" sz="1400" dirty="0"/>
              <a:t>The CEO Building Level 12</a:t>
            </a:r>
          </a:p>
          <a:p>
            <a:r>
              <a:rPr lang="en-US" sz="1400" dirty="0"/>
              <a:t>Jl. TB. </a:t>
            </a:r>
            <a:r>
              <a:rPr lang="en-US" sz="1400" dirty="0" err="1"/>
              <a:t>Simatupang</a:t>
            </a:r>
            <a:r>
              <a:rPr lang="en-US" sz="1400" dirty="0"/>
              <a:t> No. 18C</a:t>
            </a:r>
          </a:p>
          <a:p>
            <a:r>
              <a:rPr lang="en-US" sz="1400" dirty="0"/>
              <a:t>Jakarta Selatan 12430</a:t>
            </a:r>
          </a:p>
          <a:p>
            <a:r>
              <a:rPr lang="en-US" sz="1400" dirty="0"/>
              <a:t>Phone: +62 21 5091 9498</a:t>
            </a:r>
          </a:p>
          <a:p>
            <a:r>
              <a:rPr lang="en-US" sz="1400" dirty="0"/>
              <a:t>Mobile: 0852 1189 2728</a:t>
            </a:r>
          </a:p>
          <a:p>
            <a:r>
              <a:rPr lang="en-US" sz="1400" dirty="0"/>
              <a:t>email: info@gridresistorindonesia.com</a:t>
            </a:r>
          </a:p>
        </p:txBody>
      </p:sp>
      <p:sp>
        <p:nvSpPr>
          <p:cNvPr id="8" name="TextBox 7">
            <a:extLst>
              <a:ext uri="{FF2B5EF4-FFF2-40B4-BE49-F238E27FC236}">
                <a16:creationId xmlns:a16="http://schemas.microsoft.com/office/drawing/2014/main" id="{B6C86522-8984-A814-B528-5AD7CAB6BA2A}"/>
              </a:ext>
            </a:extLst>
          </p:cNvPr>
          <p:cNvSpPr txBox="1"/>
          <p:nvPr/>
        </p:nvSpPr>
        <p:spPr>
          <a:xfrm>
            <a:off x="6741751" y="1008620"/>
            <a:ext cx="2787093" cy="307777"/>
          </a:xfrm>
          <a:prstGeom prst="rect">
            <a:avLst/>
          </a:prstGeom>
          <a:noFill/>
        </p:spPr>
        <p:txBody>
          <a:bodyPr wrap="square" rtlCol="0">
            <a:spAutoFit/>
          </a:bodyPr>
          <a:lstStyle/>
          <a:p>
            <a:r>
              <a:rPr lang="en-ID" sz="1400" dirty="0">
                <a:solidFill>
                  <a:srgbClr val="FF0000"/>
                </a:solidFill>
                <a:latin typeface="ADLaM Display" panose="020F0502020204030204" pitchFamily="2" charset="0"/>
                <a:ea typeface="ADLaM Display" panose="020F0502020204030204" pitchFamily="2" charset="0"/>
                <a:cs typeface="ADLaM Display" panose="020F0502020204030204" pitchFamily="2" charset="0"/>
              </a:rPr>
              <a:t>PT GRID Resistor Indonesia</a:t>
            </a:r>
          </a:p>
        </p:txBody>
      </p:sp>
    </p:spTree>
    <p:extLst>
      <p:ext uri="{BB962C8B-B14F-4D97-AF65-F5344CB8AC3E}">
        <p14:creationId xmlns:p14="http://schemas.microsoft.com/office/powerpoint/2010/main" val="1782590375"/>
      </p:ext>
    </p:extLst>
  </p:cSld>
  <p:clrMapOvr>
    <a:masterClrMapping/>
  </p:clrMapOvr>
</p:sld>
</file>

<file path=ppt/theme/theme1.xml><?xml version="1.0" encoding="utf-8"?>
<a:theme xmlns:a="http://schemas.openxmlformats.org/drawingml/2006/main" name="GradientRise">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Custom 3">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 id="{FF74CFCA-15A8-4A19-8791-A4B07AC19AED}" vid="{4F1DA30D-FBF7-47F9-8AB5-ACED5332D3E0}"/>
    </a:ext>
  </a:extLst>
</a:theme>
</file>

<file path=docProps/app.xml><?xml version="1.0" encoding="utf-8"?>
<Properties xmlns="http://schemas.openxmlformats.org/officeDocument/2006/extended-properties" xmlns:vt="http://schemas.openxmlformats.org/officeDocument/2006/docPropsVTypes">
  <TotalTime>215</TotalTime>
  <Words>544</Words>
  <Application>Microsoft Office PowerPoint</Application>
  <PresentationFormat>A4 Paper (210x297 mm)</PresentationFormat>
  <Paragraphs>72</Paragraphs>
  <Slides>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ADLaM Display</vt:lpstr>
      <vt:lpstr>Arial</vt:lpstr>
      <vt:lpstr>Avenir Next LT Pro</vt:lpstr>
      <vt:lpstr>Avenir Next LT Pro Light</vt:lpstr>
      <vt:lpstr>helvetica-w01-light</vt:lpstr>
      <vt:lpstr>libre baskerville</vt:lpstr>
      <vt:lpstr>Neue Haas Grotesk Text Pro</vt:lpstr>
      <vt:lpstr>Wingdings</vt:lpstr>
      <vt:lpstr>GradientRise</vt:lpstr>
      <vt:lpstr>Industrial  power resistors</vt:lpstr>
      <vt:lpstr>about us </vt:lpstr>
      <vt:lpstr>our users….</vt:lpstr>
      <vt:lpstr>industry coverages…</vt:lpstr>
      <vt:lpstr>applications…</vt:lpstr>
      <vt:lpstr>products….</vt:lpstr>
      <vt:lpstr>manufacturing facilities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Industrial  power resistors</dc:title>
  <dc:creator>aldian TAUFIK</dc:creator>
  <cp:lastModifiedBy>aldian TAUFIK</cp:lastModifiedBy>
  <cp:revision>7</cp:revision>
  <dcterms:created xsi:type="dcterms:W3CDTF">2025-11-12T00:14:08Z</dcterms:created>
  <dcterms:modified xsi:type="dcterms:W3CDTF">2026-10-01T00:04:05Z</dcterms:modified>
</cp:coreProperties>
</file>